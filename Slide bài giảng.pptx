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4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-450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20/07/2024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54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20/07/2024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01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20/07/2024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2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20/07/2024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8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20/07/2024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621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20/07/2024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68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20/07/2024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1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20/07/2024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75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20/07/2024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2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20/07/2024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6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20/07/2024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52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3AE87-C17F-4F2C-92FF-7FE21F8A66BE}" type="datetimeFigureOut">
              <a:rPr lang="en-US" smtClean="0"/>
              <a:t>20/07/2024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6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850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Quan</dc:creator>
  <cp:lastModifiedBy>ADMIN</cp:lastModifiedBy>
  <cp:revision>2</cp:revision>
  <dcterms:created xsi:type="dcterms:W3CDTF">2024-01-20T03:37:02Z</dcterms:created>
  <dcterms:modified xsi:type="dcterms:W3CDTF">2024-07-20T08:30:30Z</dcterms:modified>
</cp:coreProperties>
</file>