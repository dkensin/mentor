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CPU communication with peripheral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Polling: software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Exercise: input button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5C57F-96E7-75A4-5EE2-1B589C84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AF99FC-BD54-97E8-0ACA-09D3C70AAF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0140CD-9ED8-D5DB-31DE-79598EBB538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FD01C-B1A2-6C34-BF8A-DBBC583ACDB9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CPU communication with peripheral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58EC9-E305-9849-443E-4EDF83CDA166}"/>
              </a:ext>
            </a:extLst>
          </p:cNvPr>
          <p:cNvSpPr/>
          <p:nvPr/>
        </p:nvSpPr>
        <p:spPr>
          <a:xfrm>
            <a:off x="914400" y="3937960"/>
            <a:ext cx="1587260" cy="84538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928A7C-628D-288F-34E7-B67E1C4E83EA}"/>
              </a:ext>
            </a:extLst>
          </p:cNvPr>
          <p:cNvCxnSpPr>
            <a:stCxn id="4" idx="3"/>
          </p:cNvCxnSpPr>
          <p:nvPr/>
        </p:nvCxnSpPr>
        <p:spPr>
          <a:xfrm>
            <a:off x="2501660" y="4360654"/>
            <a:ext cx="7332453" cy="17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EE56B0A-CDA7-A9E3-DC3B-013CE63765FC}"/>
              </a:ext>
            </a:extLst>
          </p:cNvPr>
          <p:cNvSpPr/>
          <p:nvPr/>
        </p:nvSpPr>
        <p:spPr>
          <a:xfrm>
            <a:off x="3303917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F9166-826D-FA8B-A0D3-A9A5E42E79AE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3856008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A8696-FF3E-EF5C-F666-A804D2592400}"/>
              </a:ext>
            </a:extLst>
          </p:cNvPr>
          <p:cNvSpPr/>
          <p:nvPr/>
        </p:nvSpPr>
        <p:spPr>
          <a:xfrm>
            <a:off x="4810665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0E8461-DB35-76BD-5E50-3BC4FE6A8F51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5362756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6DA6C3-0D49-8638-7109-929CD5717A48}"/>
              </a:ext>
            </a:extLst>
          </p:cNvPr>
          <p:cNvSpPr/>
          <p:nvPr/>
        </p:nvSpPr>
        <p:spPr>
          <a:xfrm>
            <a:off x="6242649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33F414-8CD6-1249-36D1-C6D28B464AD9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6794740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DC78FF9-39C9-1AA5-0945-50999A3EACB9}"/>
              </a:ext>
            </a:extLst>
          </p:cNvPr>
          <p:cNvSpPr/>
          <p:nvPr/>
        </p:nvSpPr>
        <p:spPr>
          <a:xfrm>
            <a:off x="7674633" y="5287993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4211B5-981B-0331-B53E-A4068E55BABC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8226724" y="4377907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2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D6F8F-E7D3-3C5C-2F67-BB6C5233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1A8168-8284-6F54-46F0-049CA6979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5FDD71-E175-4283-3E2D-84A9E1D80E6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D45FA-B243-4771-211D-861AA79ADB2E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Polling: software mechanism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While(1)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200"/>
              <a:t>If (periph1 want to communicate)…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4EF65C-4A7F-C853-B6B7-970EBFF5163A}"/>
              </a:ext>
            </a:extLst>
          </p:cNvPr>
          <p:cNvSpPr/>
          <p:nvPr/>
        </p:nvSpPr>
        <p:spPr>
          <a:xfrm>
            <a:off x="914400" y="3937960"/>
            <a:ext cx="1587260" cy="84538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E4FA4E-2CEF-6F08-BD1B-43998C607C8C}"/>
              </a:ext>
            </a:extLst>
          </p:cNvPr>
          <p:cNvCxnSpPr>
            <a:stCxn id="4" idx="3"/>
          </p:cNvCxnSpPr>
          <p:nvPr/>
        </p:nvCxnSpPr>
        <p:spPr>
          <a:xfrm>
            <a:off x="2501660" y="4360654"/>
            <a:ext cx="7332453" cy="17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6D2EDFC-3647-5F8F-6D06-5ECAA1231899}"/>
              </a:ext>
            </a:extLst>
          </p:cNvPr>
          <p:cNvSpPr/>
          <p:nvPr/>
        </p:nvSpPr>
        <p:spPr>
          <a:xfrm>
            <a:off x="3303917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A9D424-79F7-065F-EB39-F76610DDC71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3856008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E686BA8-9763-0A33-10AE-60CED972B248}"/>
              </a:ext>
            </a:extLst>
          </p:cNvPr>
          <p:cNvSpPr/>
          <p:nvPr/>
        </p:nvSpPr>
        <p:spPr>
          <a:xfrm>
            <a:off x="4810665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DD959B-3396-70E3-A4FB-294FD126C597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5362756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4A1304F-F5D1-540F-6BC8-78EC5D0D82CF}"/>
              </a:ext>
            </a:extLst>
          </p:cNvPr>
          <p:cNvSpPr/>
          <p:nvPr/>
        </p:nvSpPr>
        <p:spPr>
          <a:xfrm>
            <a:off x="6242649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794594-70EE-3C7E-A219-ADDC743B0105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6794740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CFF40BD-882D-99CB-4013-7EFAADB4D7C1}"/>
              </a:ext>
            </a:extLst>
          </p:cNvPr>
          <p:cNvSpPr/>
          <p:nvPr/>
        </p:nvSpPr>
        <p:spPr>
          <a:xfrm>
            <a:off x="7674633" y="5287993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FA6BD8-C9F8-0F0F-B5A1-D843AB076DD3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8226724" y="4377907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27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19F5-D070-8E15-CD7C-E2A6C789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98719C-E305-8B17-88E2-28D3CC251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06F0A2-1267-86CA-7D17-6D4BAA90383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DC70A-C099-5D55-B77B-752F370C124B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Polling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C6D7A-34F8-51F7-7EC1-8876DC725323}"/>
              </a:ext>
            </a:extLst>
          </p:cNvPr>
          <p:cNvSpPr/>
          <p:nvPr/>
        </p:nvSpPr>
        <p:spPr>
          <a:xfrm>
            <a:off x="914400" y="3937960"/>
            <a:ext cx="1587260" cy="84538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E05F4D-FA39-2A4D-7AC5-9B7CECF9662F}"/>
              </a:ext>
            </a:extLst>
          </p:cNvPr>
          <p:cNvCxnSpPr>
            <a:stCxn id="4" idx="3"/>
          </p:cNvCxnSpPr>
          <p:nvPr/>
        </p:nvCxnSpPr>
        <p:spPr>
          <a:xfrm>
            <a:off x="2501660" y="4360654"/>
            <a:ext cx="7332453" cy="17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9462394-ADBD-AEF1-C619-4F896244964C}"/>
              </a:ext>
            </a:extLst>
          </p:cNvPr>
          <p:cNvSpPr/>
          <p:nvPr/>
        </p:nvSpPr>
        <p:spPr>
          <a:xfrm>
            <a:off x="3303917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02D39F-2765-C5F6-2113-030EA5C5076B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3856008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EED6C21-DE3F-EE07-FEB5-4D5E404878C3}"/>
              </a:ext>
            </a:extLst>
          </p:cNvPr>
          <p:cNvSpPr/>
          <p:nvPr/>
        </p:nvSpPr>
        <p:spPr>
          <a:xfrm>
            <a:off x="4810665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9469EB-F618-F825-7860-FEF6A03371A7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5362756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40C3EB3-A44F-AEED-2AFB-B6330733B6F8}"/>
              </a:ext>
            </a:extLst>
          </p:cNvPr>
          <p:cNvSpPr/>
          <p:nvPr/>
        </p:nvSpPr>
        <p:spPr>
          <a:xfrm>
            <a:off x="6242649" y="5270740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AC58C5-561D-D957-97B9-5BDE545C36CC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6794740" y="4360654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BD0C438-6FB0-1182-C922-038BB0E489D6}"/>
              </a:ext>
            </a:extLst>
          </p:cNvPr>
          <p:cNvSpPr/>
          <p:nvPr/>
        </p:nvSpPr>
        <p:spPr>
          <a:xfrm>
            <a:off x="7674633" y="5287993"/>
            <a:ext cx="1138687" cy="7418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Periph4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CC1BE0-AD45-F66B-7317-75A3691398E5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8226724" y="4377907"/>
            <a:ext cx="17253" cy="9100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73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Words>65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252</cp:revision>
  <dcterms:created xsi:type="dcterms:W3CDTF">2024-01-20T03:37:02Z</dcterms:created>
  <dcterms:modified xsi:type="dcterms:W3CDTF">2025-02-02T04:35:08Z</dcterms:modified>
</cp:coreProperties>
</file>