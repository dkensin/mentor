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4" r:id="rId4"/>
    <p:sldId id="286" r:id="rId5"/>
    <p:sldId id="287" r:id="rId6"/>
    <p:sldId id="288" r:id="rId7"/>
    <p:sldId id="289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353943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Clocktree: RCC chapter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Input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SYSCLOCK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AHB prescaler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APB1 prescaler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APB2 prescaler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Max AHB, APB1, APB2 clock rate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CA1D-6F1B-E197-72C7-FDA7F051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B62DF5-9248-CBC3-62CE-6BF092E4F8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300414-F844-3F29-B065-A5AB791BB1CB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Input 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86788-BEE8-C00B-5EDC-E75A1814E1B2}"/>
              </a:ext>
            </a:extLst>
          </p:cNvPr>
          <p:cNvSpPr txBox="1"/>
          <p:nvPr/>
        </p:nvSpPr>
        <p:spPr>
          <a:xfrm>
            <a:off x="499933" y="2305050"/>
            <a:ext cx="3450965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HSI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2A4D6-0872-5998-1AA0-333E0033E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753" y="2613048"/>
            <a:ext cx="356284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6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E7B6-78BC-5C4D-4112-AB4E83E2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9612B0-4117-53C1-F7F0-B5FBFC315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7F68F3-8F27-DCF7-C811-525F6148CD27}"/>
              </a:ext>
            </a:extLst>
          </p:cNvPr>
          <p:cNvSpPr txBox="1"/>
          <p:nvPr/>
        </p:nvSpPr>
        <p:spPr>
          <a:xfrm>
            <a:off x="550556" y="1110028"/>
            <a:ext cx="5029599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SYSCLK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315B9-9856-B7C0-08E0-4A10736F67E8}"/>
              </a:ext>
            </a:extLst>
          </p:cNvPr>
          <p:cNvSpPr txBox="1"/>
          <p:nvPr/>
        </p:nvSpPr>
        <p:spPr>
          <a:xfrm>
            <a:off x="550556" y="1986696"/>
            <a:ext cx="5130846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Default clock input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SW select input mux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RCC_CFGR: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Default: 0x0000_0000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A26B1-D0EE-32E8-271C-B74739E6D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839" y="1936309"/>
            <a:ext cx="6039693" cy="46774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8CBD13-1449-35C9-FA2D-CFE4B924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96" y="4181101"/>
            <a:ext cx="4544059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3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AFFC-A629-12C8-8A2F-B9CBF8DA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6A7AA1-5C80-6219-0767-D17954D7C7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801537-243C-E921-BCFB-E8C1B51120EC}"/>
              </a:ext>
            </a:extLst>
          </p:cNvPr>
          <p:cNvSpPr txBox="1"/>
          <p:nvPr/>
        </p:nvSpPr>
        <p:spPr>
          <a:xfrm>
            <a:off x="550556" y="1110028"/>
            <a:ext cx="5029599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AHB Prescaler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A4EE4-C9C8-6DE6-0A86-8D0BEDDD363E}"/>
              </a:ext>
            </a:extLst>
          </p:cNvPr>
          <p:cNvSpPr txBox="1"/>
          <p:nvPr/>
        </p:nvSpPr>
        <p:spPr>
          <a:xfrm>
            <a:off x="550556" y="1986696"/>
            <a:ext cx="5029599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RCC_CFGR: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Default: 0x0000_0000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17501-1E9D-6AD2-973C-772756CB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526" y="1834851"/>
            <a:ext cx="6261672" cy="442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45CC2-D8CA-5C50-4E28-6DA348BD3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2" y="3232696"/>
            <a:ext cx="4324954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5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2ACC-CEA2-3034-4D7F-CADF9CF4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F5B070-5E41-31C1-4767-4DE97813B1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702123-03D2-B1CE-2893-4D12EFD72FEE}"/>
              </a:ext>
            </a:extLst>
          </p:cNvPr>
          <p:cNvSpPr txBox="1"/>
          <p:nvPr/>
        </p:nvSpPr>
        <p:spPr>
          <a:xfrm>
            <a:off x="550556" y="1110028"/>
            <a:ext cx="5029599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APB1 Prescaler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28933-598D-DD04-2807-85F459E63B1F}"/>
              </a:ext>
            </a:extLst>
          </p:cNvPr>
          <p:cNvSpPr txBox="1"/>
          <p:nvPr/>
        </p:nvSpPr>
        <p:spPr>
          <a:xfrm>
            <a:off x="550556" y="1986696"/>
            <a:ext cx="5029599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RCC_CFGR: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Default: 0x0000_0000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78934-22FC-D773-1C71-8C4BC276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47" y="3623601"/>
            <a:ext cx="3696216" cy="2124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9F6E7F-022E-BF3C-F2EB-671799362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285" y="2074334"/>
            <a:ext cx="6363588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8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8244-3158-7C22-700D-D5CA9FF4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84ADD8-2DC3-681F-EB10-9CD669AD37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E2B1F2-1D21-35D9-9958-97CD65D7CDCA}"/>
              </a:ext>
            </a:extLst>
          </p:cNvPr>
          <p:cNvSpPr txBox="1"/>
          <p:nvPr/>
        </p:nvSpPr>
        <p:spPr>
          <a:xfrm>
            <a:off x="550556" y="1110028"/>
            <a:ext cx="5029599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APB2 Prescaler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7F8BA-84A6-76A1-610A-87CA108A014B}"/>
              </a:ext>
            </a:extLst>
          </p:cNvPr>
          <p:cNvSpPr txBox="1"/>
          <p:nvPr/>
        </p:nvSpPr>
        <p:spPr>
          <a:xfrm>
            <a:off x="550556" y="1986696"/>
            <a:ext cx="5029599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RCC_CFGR: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Default: 0x0000_0000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491F02-97C4-C41F-7C83-8A4868682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47" y="3623601"/>
            <a:ext cx="3696216" cy="2124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FD087A-750B-B957-0760-246BBB9B0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285" y="1986696"/>
            <a:ext cx="6363588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40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902F-A291-36BF-2A60-26A7B705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FE77E0-50D4-7D45-2695-A657D0C6A4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3095D9-BE87-9E77-0947-6FD65922FCB9}"/>
              </a:ext>
            </a:extLst>
          </p:cNvPr>
          <p:cNvSpPr txBox="1"/>
          <p:nvPr/>
        </p:nvSpPr>
        <p:spPr>
          <a:xfrm>
            <a:off x="550556" y="1110028"/>
            <a:ext cx="5029599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Max clock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C3D20-7E57-B858-7F3E-CF3E60A1C83F}"/>
              </a:ext>
            </a:extLst>
          </p:cNvPr>
          <p:cNvSpPr txBox="1"/>
          <p:nvPr/>
        </p:nvSpPr>
        <p:spPr>
          <a:xfrm>
            <a:off x="550556" y="1986696"/>
            <a:ext cx="84295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AHB: 72MHz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APB1: 36MHz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APB2: 72MHz</a:t>
            </a:r>
          </a:p>
        </p:txBody>
      </p:sp>
    </p:spTree>
    <p:extLst>
      <p:ext uri="{BB962C8B-B14F-4D97-AF65-F5344CB8AC3E}">
        <p14:creationId xmlns:p14="http://schemas.microsoft.com/office/powerpoint/2010/main" val="250441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</TotalTime>
  <Words>88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214</cp:revision>
  <dcterms:created xsi:type="dcterms:W3CDTF">2024-01-20T03:37:02Z</dcterms:created>
  <dcterms:modified xsi:type="dcterms:W3CDTF">2025-02-01T13:29:18Z</dcterms:modified>
</cp:coreProperties>
</file>