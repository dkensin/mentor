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4" r:id="rId3"/>
    <p:sldId id="285" r:id="rId4"/>
    <p:sldId id="286" r:id="rId5"/>
    <p:sldId id="287" r:id="rId6"/>
    <p:sldId id="288" r:id="rId7"/>
    <p:sldId id="289" r:id="rId8"/>
    <p:sldId id="290" r:id="rId9"/>
    <p:sldId id="291" r:id="rId10"/>
    <p:sldId id="28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CFA0"/>
    <a:srgbClr val="EF9C66"/>
    <a:srgbClr val="F4DEB3"/>
    <a:srgbClr val="0D4E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254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0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722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181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621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683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319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875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720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60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952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A3AE87-C17F-4F2C-92FF-7FE21F8A66BE}" type="datetimeFigureOut">
              <a:rPr lang="en-US" smtClean="0"/>
              <a:t>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869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 dirty="0"/>
              <a:t>Lesson 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3" y="2305050"/>
            <a:ext cx="10387142" cy="206210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Review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What is Timer?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Important register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Operation mode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828850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CE9B9-AD3C-1E82-728A-EF8A45808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BFA98CD-B0CD-A2D8-FDE1-C7DA041A79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98F2DB0-F93E-7175-1B81-EBDD757DED50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Timer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B1645-76B9-3EE7-B588-CAE57607F5B0}"/>
              </a:ext>
            </a:extLst>
          </p:cNvPr>
          <p:cNvSpPr txBox="1"/>
          <p:nvPr/>
        </p:nvSpPr>
        <p:spPr>
          <a:xfrm>
            <a:off x="499933" y="2305050"/>
            <a:ext cx="10387142" cy="156966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A device that measure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Based on count-up or count-down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Example: clock – how it works?</a:t>
            </a:r>
            <a:endParaRPr lang="en-US" sz="3200" dirty="0"/>
          </a:p>
        </p:txBody>
      </p:sp>
      <p:pic>
        <p:nvPicPr>
          <p:cNvPr id="1026" name="Picture 2" descr="Mua 14&quot; Atomic Wall Clock, Black, Easy to Read, Perfect for Home, Office,  School, Indoor/Outdoor… trên Amazon Mỹ chính hãng 2025 | Fado">
            <a:extLst>
              <a:ext uri="{FF2B5EF4-FFF2-40B4-BE49-F238E27FC236}">
                <a16:creationId xmlns:a16="http://schemas.microsoft.com/office/drawing/2014/main" id="{1939AE56-F1B9-2C22-AA60-6BA65F8FA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6677" y="4022636"/>
            <a:ext cx="2620992" cy="2620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77034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3BB6F-85F9-5886-A4F7-70C0D38EF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59237BB-7FD6-ABDA-51F4-FB68161FF8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55889B9-B808-F47F-32AD-3FEE7E09BA4D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Timer in F103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AEBE6A-BB65-A44A-D9BD-8B49DDE5B042}"/>
              </a:ext>
            </a:extLst>
          </p:cNvPr>
          <p:cNvSpPr txBox="1"/>
          <p:nvPr/>
        </p:nvSpPr>
        <p:spPr>
          <a:xfrm>
            <a:off x="499933" y="2305050"/>
            <a:ext cx="10387142" cy="255454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17: Basic timers (TIM6 and TIM7)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16: General-purpose timers (TIM9 to TIM14)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15: General-purpose timers (TIM2 to TIM5)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14 Advanced-control timers (TIM1 and TIM8)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What is the different?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18005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49FED-095A-37D4-F7C3-5DA8C8405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5E0221-D4CD-AC8B-1902-22C6FFEEA0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8FB2005-7265-695E-C891-A95AE71F1F6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Timer in F103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C26E08-F06F-5EE4-4330-3928AB7F9756}"/>
              </a:ext>
            </a:extLst>
          </p:cNvPr>
          <p:cNvSpPr txBox="1"/>
          <p:nvPr/>
        </p:nvSpPr>
        <p:spPr>
          <a:xfrm>
            <a:off x="499933" y="2305050"/>
            <a:ext cx="10387142" cy="1077218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Overview about block diagram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Time-base unit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4F364C-2CF1-C8A1-B313-5C07EBA85E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0046" y="4356539"/>
            <a:ext cx="5420481" cy="1219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08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2AF5A-B6F9-50AC-F027-D117D5B53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BBFC4D4-DDE7-13BA-90F8-D5D61A3819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39DD54A-16FE-98A7-803E-CF2711A035AE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Timer in F103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617512-2A89-2E67-94D8-1DD40D79603C}"/>
              </a:ext>
            </a:extLst>
          </p:cNvPr>
          <p:cNvSpPr txBox="1"/>
          <p:nvPr/>
        </p:nvSpPr>
        <p:spPr>
          <a:xfrm>
            <a:off x="499933" y="2305050"/>
            <a:ext cx="10387142" cy="206210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Important register: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PSC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CNT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ARR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A6D304-5683-E8D0-7157-55CE4D8F5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755" y="4986268"/>
            <a:ext cx="5420481" cy="1219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254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C5AEB-1F77-A9ED-DC29-982243CCD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8C897B1-4C3E-7E18-ED11-07251452B7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529897-8CCF-DA4C-0A76-CF646BE983EB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Counter mode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AAE1A9-1861-677B-F7E1-A4F229A19503}"/>
              </a:ext>
            </a:extLst>
          </p:cNvPr>
          <p:cNvSpPr txBox="1"/>
          <p:nvPr/>
        </p:nvSpPr>
        <p:spPr>
          <a:xfrm>
            <a:off x="499933" y="2305050"/>
            <a:ext cx="2698072" cy="58477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Upcounting</a:t>
            </a:r>
            <a:endParaRPr lang="en-US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ADABAE-8E55-8DED-834F-000BBFEC4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7818" y="2267437"/>
            <a:ext cx="8485037" cy="422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888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8D07A-6026-7EE0-152C-6AA126366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2307D4-0429-0331-A250-AC1600F781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C4B73C2-87B9-DA1A-9A8D-602F360E28A4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Counter mode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FBB08D-1E3F-FAF4-CC8C-FFB63C69B175}"/>
              </a:ext>
            </a:extLst>
          </p:cNvPr>
          <p:cNvSpPr txBox="1"/>
          <p:nvPr/>
        </p:nvSpPr>
        <p:spPr>
          <a:xfrm>
            <a:off x="499932" y="2305050"/>
            <a:ext cx="2985139" cy="58477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Downcounting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2E1557-C0E2-2818-7C59-CFE774950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403" y="2305050"/>
            <a:ext cx="8230749" cy="4315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239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3F6D8-0858-4280-8331-4F69F9A20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2FB5660-7A4B-D3F3-2FCA-5CE03E5FEC9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E3DCFE1-68BB-750B-1DB0-5FFA81C9498F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Counter mode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9A002D-00CA-151D-5D2B-8BEB5C891DD5}"/>
              </a:ext>
            </a:extLst>
          </p:cNvPr>
          <p:cNvSpPr txBox="1"/>
          <p:nvPr/>
        </p:nvSpPr>
        <p:spPr>
          <a:xfrm>
            <a:off x="499932" y="2305050"/>
            <a:ext cx="2985139" cy="58477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Center-aligned</a:t>
            </a:r>
            <a:endParaRPr lang="en-US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31E272-D4A6-D423-F0F8-3FD8298D9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0219" y="2305050"/>
            <a:ext cx="7461849" cy="4160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519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434CB-FF93-3FD7-4D24-79A344DA1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D40E1F-9205-900C-7A94-A7CA020AE4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BDB6A1-B453-74C9-83B6-15561EB29DB0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Input clock source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740E6E-484C-E794-BBCC-4D8094A7A5DD}"/>
              </a:ext>
            </a:extLst>
          </p:cNvPr>
          <p:cNvSpPr txBox="1"/>
          <p:nvPr/>
        </p:nvSpPr>
        <p:spPr>
          <a:xfrm>
            <a:off x="499932" y="2305050"/>
            <a:ext cx="5952626" cy="206210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Internal clock (CK_INT)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External clock mode1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External clock mode2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Internal trigger inputs (ITRx)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72883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4. Q&amp;A</a:t>
            </a:r>
          </a:p>
        </p:txBody>
      </p:sp>
      <p:pic>
        <p:nvPicPr>
          <p:cNvPr id="4098" name="Picture 2" descr="Q And A Images – Browse 183,804 Stock Photos, Vectors, and Video | Adobe  Stock">
            <a:extLst>
              <a:ext uri="{FF2B5EF4-FFF2-40B4-BE49-F238E27FC236}">
                <a16:creationId xmlns:a16="http://schemas.microsoft.com/office/drawing/2014/main" id="{D3E842B5-2EEE-821D-4C9B-BD7789AC00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3588" y="2672032"/>
            <a:ext cx="780097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9702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460</TotalTime>
  <Words>127</Words>
  <Application>Microsoft Office PowerPoint</Application>
  <PresentationFormat>Widescreen</PresentationFormat>
  <Paragraphs>35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</dc:creator>
  <cp:lastModifiedBy>Kensin Himura</cp:lastModifiedBy>
  <cp:revision>244</cp:revision>
  <dcterms:created xsi:type="dcterms:W3CDTF">2024-01-20T03:37:02Z</dcterms:created>
  <dcterms:modified xsi:type="dcterms:W3CDTF">2025-02-02T04:26:00Z</dcterms:modified>
</cp:coreProperties>
</file>