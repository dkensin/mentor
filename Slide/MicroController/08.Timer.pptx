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2" r:id="rId10"/>
    <p:sldId id="291" r:id="rId11"/>
    <p:sldId id="28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CFA0"/>
    <a:srgbClr val="EF9C66"/>
    <a:srgbClr val="F4DEB3"/>
    <a:srgbClr val="0D4E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32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54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01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22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8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621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683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31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75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20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60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52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3AE87-C17F-4F2C-92FF-7FE21F8A66BE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6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Lesson 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3C42D-36A3-F27E-0EA8-23CB65CCC6BB}"/>
              </a:ext>
            </a:extLst>
          </p:cNvPr>
          <p:cNvSpPr txBox="1"/>
          <p:nvPr/>
        </p:nvSpPr>
        <p:spPr>
          <a:xfrm>
            <a:off x="499933" y="2305050"/>
            <a:ext cx="10387142" cy="2062103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What is Timer?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Important register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Operation mode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28850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CE9B9-AD3C-1E82-728A-EF8A45808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FA98CD-B0CD-A2D8-FDE1-C7DA041A79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98F2DB0-F93E-7175-1B81-EBDD757DED50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Timer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1B1645-76B9-3EE7-B588-CAE57607F5B0}"/>
              </a:ext>
            </a:extLst>
          </p:cNvPr>
          <p:cNvSpPr txBox="1"/>
          <p:nvPr/>
        </p:nvSpPr>
        <p:spPr>
          <a:xfrm>
            <a:off x="499933" y="2305050"/>
            <a:ext cx="10387142" cy="1569660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A device that measure times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Based on count-up or count-down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Example: clock – how it works?</a:t>
            </a:r>
            <a:endParaRPr lang="en-US" sz="3200" dirty="0"/>
          </a:p>
        </p:txBody>
      </p:sp>
      <p:pic>
        <p:nvPicPr>
          <p:cNvPr id="1026" name="Picture 2" descr="Mua 14&quot; Atomic Wall Clock, Black, Easy to Read, Perfect for Home, Office,  School, Indoor/Outdoor… trên Amazon Mỹ chính hãng 2025 | Fado">
            <a:extLst>
              <a:ext uri="{FF2B5EF4-FFF2-40B4-BE49-F238E27FC236}">
                <a16:creationId xmlns:a16="http://schemas.microsoft.com/office/drawing/2014/main" id="{1939AE56-F1B9-2C22-AA60-6BA65F8FA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6677" y="4022636"/>
            <a:ext cx="2620992" cy="2620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7703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3BB6F-85F9-5886-A4F7-70C0D38EF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59237BB-7FD6-ABDA-51F4-FB68161FF8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55889B9-B808-F47F-32AD-3FEE7E09BA4D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Timer in F103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AEBE6A-BB65-A44A-D9BD-8B49DDE5B042}"/>
              </a:ext>
            </a:extLst>
          </p:cNvPr>
          <p:cNvSpPr txBox="1"/>
          <p:nvPr/>
        </p:nvSpPr>
        <p:spPr>
          <a:xfrm>
            <a:off x="499933" y="2305050"/>
            <a:ext cx="10387142" cy="2554545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17: Basic timers (TIM6 and TIM7)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16: General-purpose timers (TIM9 to TIM14)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15: General-purpose timers (TIM2 to TIM5)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14 Advanced-control timers (TIM1 and TIM8)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What is the different?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18005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49FED-095A-37D4-F7C3-5DA8C8405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A5E0221-D4CD-AC8B-1902-22C6FFEEA0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8FB2005-7265-695E-C891-A95AE71F1F6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Timer in F103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C26E08-F06F-5EE4-4330-3928AB7F9756}"/>
              </a:ext>
            </a:extLst>
          </p:cNvPr>
          <p:cNvSpPr txBox="1"/>
          <p:nvPr/>
        </p:nvSpPr>
        <p:spPr>
          <a:xfrm>
            <a:off x="499933" y="2305050"/>
            <a:ext cx="10387142" cy="1077218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Overview about block diagram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Time-base unit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4F364C-2CF1-C8A1-B313-5C07EBA85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0046" y="4356539"/>
            <a:ext cx="5420481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082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2AF5A-B6F9-50AC-F027-D117D5B53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BBFC4D4-DDE7-13BA-90F8-D5D61A3819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39DD54A-16FE-98A7-803E-CF2711A035AE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Timer in F103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617512-2A89-2E67-94D8-1DD40D79603C}"/>
              </a:ext>
            </a:extLst>
          </p:cNvPr>
          <p:cNvSpPr txBox="1"/>
          <p:nvPr/>
        </p:nvSpPr>
        <p:spPr>
          <a:xfrm>
            <a:off x="499933" y="2305050"/>
            <a:ext cx="10387142" cy="2062103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Important register: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PSC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CNT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ARR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A6D304-5683-E8D0-7157-55CE4D8F5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755" y="4986268"/>
            <a:ext cx="5420481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254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C5AEB-1F77-A9ED-DC29-982243CCD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8C897B1-4C3E-7E18-ED11-07251452B7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C529897-8CCF-DA4C-0A76-CF646BE983EB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Counter mode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AAE1A9-1861-677B-F7E1-A4F229A19503}"/>
              </a:ext>
            </a:extLst>
          </p:cNvPr>
          <p:cNvSpPr txBox="1"/>
          <p:nvPr/>
        </p:nvSpPr>
        <p:spPr>
          <a:xfrm>
            <a:off x="499933" y="2305050"/>
            <a:ext cx="2698072" cy="584775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Upcounting</a:t>
            </a:r>
            <a:endParaRPr lang="en-US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ADABAE-8E55-8DED-834F-000BBFEC4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7818" y="2267437"/>
            <a:ext cx="8485037" cy="422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888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8D07A-6026-7EE0-152C-6AA126366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D2307D4-0429-0331-A250-AC1600F781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C4B73C2-87B9-DA1A-9A8D-602F360E28A4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Counter mode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FBB08D-1E3F-FAF4-CC8C-FFB63C69B175}"/>
              </a:ext>
            </a:extLst>
          </p:cNvPr>
          <p:cNvSpPr txBox="1"/>
          <p:nvPr/>
        </p:nvSpPr>
        <p:spPr>
          <a:xfrm>
            <a:off x="499932" y="2305050"/>
            <a:ext cx="2985139" cy="584775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Downcounting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2E1557-C0E2-2818-7C59-CFE774950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03" y="2305050"/>
            <a:ext cx="8230749" cy="43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239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3F6D8-0858-4280-8331-4F69F9A20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2FB5660-7A4B-D3F3-2FCA-5CE03E5FEC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E3DCFE1-68BB-750B-1DB0-5FFA81C9498F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Counter mode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9A002D-00CA-151D-5D2B-8BEB5C891DD5}"/>
              </a:ext>
            </a:extLst>
          </p:cNvPr>
          <p:cNvSpPr txBox="1"/>
          <p:nvPr/>
        </p:nvSpPr>
        <p:spPr>
          <a:xfrm>
            <a:off x="499932" y="2305050"/>
            <a:ext cx="2985139" cy="584775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Center-aligned</a:t>
            </a:r>
            <a:endParaRPr lang="en-US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31E272-D4A6-D423-F0F8-3FD8298D9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0219" y="2305050"/>
            <a:ext cx="7461849" cy="416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519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5D092-881B-F529-6286-848F31C8A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C333794-7112-A4BE-385C-52D5F1001F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C72F052-CD64-3575-FD0A-31168EE6FE6F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Debug issue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6F2D46-DA42-2A05-2BE2-4B5F6082CD9C}"/>
              </a:ext>
            </a:extLst>
          </p:cNvPr>
          <p:cNvSpPr txBox="1"/>
          <p:nvPr/>
        </p:nvSpPr>
        <p:spPr>
          <a:xfrm>
            <a:off x="499933" y="2305051"/>
            <a:ext cx="9241596" cy="584775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Write CNT = 0, but when debug, will see value != 0</a:t>
            </a:r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5BF17F-907F-0163-C924-D813B40FAFFB}"/>
              </a:ext>
            </a:extLst>
          </p:cNvPr>
          <p:cNvSpPr/>
          <p:nvPr/>
        </p:nvSpPr>
        <p:spPr>
          <a:xfrm>
            <a:off x="2091351" y="3864098"/>
            <a:ext cx="1602462" cy="88274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CPU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4EF436-CED9-40EC-5C4A-F748619648B7}"/>
              </a:ext>
            </a:extLst>
          </p:cNvPr>
          <p:cNvSpPr/>
          <p:nvPr/>
        </p:nvSpPr>
        <p:spPr>
          <a:xfrm>
            <a:off x="5495454" y="3010405"/>
            <a:ext cx="2218099" cy="98682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Memory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1D703A-4003-A452-BD5E-7F94328505D1}"/>
              </a:ext>
            </a:extLst>
          </p:cNvPr>
          <p:cNvSpPr/>
          <p:nvPr/>
        </p:nvSpPr>
        <p:spPr>
          <a:xfrm>
            <a:off x="4473542" y="5104642"/>
            <a:ext cx="1167897" cy="86913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I/O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40DD2B-2EFF-7D4C-7015-0035D93DB0EA}"/>
              </a:ext>
            </a:extLst>
          </p:cNvPr>
          <p:cNvSpPr/>
          <p:nvPr/>
        </p:nvSpPr>
        <p:spPr>
          <a:xfrm>
            <a:off x="6138621" y="5104640"/>
            <a:ext cx="1167897" cy="86913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GPIO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0C3EDD-CC5A-5F15-03EF-83B472FDA8B5}"/>
              </a:ext>
            </a:extLst>
          </p:cNvPr>
          <p:cNvSpPr/>
          <p:nvPr/>
        </p:nvSpPr>
        <p:spPr>
          <a:xfrm>
            <a:off x="7788618" y="5027308"/>
            <a:ext cx="1167897" cy="86913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Timer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14151F-6ED6-F757-DD03-021F73B097CC}"/>
              </a:ext>
            </a:extLst>
          </p:cNvPr>
          <p:cNvSpPr/>
          <p:nvPr/>
        </p:nvSpPr>
        <p:spPr>
          <a:xfrm>
            <a:off x="9512174" y="5104643"/>
            <a:ext cx="1167897" cy="86913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ADC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768868-1619-A8B8-F650-7B8471F09148}"/>
              </a:ext>
            </a:extLst>
          </p:cNvPr>
          <p:cNvSpPr txBox="1"/>
          <p:nvPr/>
        </p:nvSpPr>
        <p:spPr>
          <a:xfrm>
            <a:off x="1004935" y="5251010"/>
            <a:ext cx="14576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State1</a:t>
            </a:r>
          </a:p>
          <a:p>
            <a:r>
              <a:rPr lang="en-US"/>
              <a:t>State2</a:t>
            </a:r>
          </a:p>
          <a:p>
            <a:r>
              <a:rPr lang="en-US"/>
              <a:t>State3</a:t>
            </a:r>
          </a:p>
          <a:p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DC5C243-9FE8-2793-F3A7-85BEDB3FC3DF}"/>
              </a:ext>
            </a:extLst>
          </p:cNvPr>
          <p:cNvCxnSpPr/>
          <p:nvPr/>
        </p:nvCxnSpPr>
        <p:spPr>
          <a:xfrm>
            <a:off x="869133" y="4789283"/>
            <a:ext cx="0" cy="1801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BFB8A77-2B35-1470-4EFB-4F9A99948217}"/>
              </a:ext>
            </a:extLst>
          </p:cNvPr>
          <p:cNvCxnSpPr/>
          <p:nvPr/>
        </p:nvCxnSpPr>
        <p:spPr>
          <a:xfrm>
            <a:off x="344032" y="5413972"/>
            <a:ext cx="6609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8C114FD-E741-61B0-A144-3D641A0933E9}"/>
              </a:ext>
            </a:extLst>
          </p:cNvPr>
          <p:cNvCxnSpPr/>
          <p:nvPr/>
        </p:nvCxnSpPr>
        <p:spPr>
          <a:xfrm>
            <a:off x="344032" y="5748950"/>
            <a:ext cx="6609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0279052-D46E-8B51-5BF8-46B5E4971CC3}"/>
              </a:ext>
            </a:extLst>
          </p:cNvPr>
          <p:cNvCxnSpPr/>
          <p:nvPr/>
        </p:nvCxnSpPr>
        <p:spPr>
          <a:xfrm>
            <a:off x="344032" y="6056769"/>
            <a:ext cx="6609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3C65A2C-DDD5-9AC0-2DBA-12C76847A805}"/>
              </a:ext>
            </a:extLst>
          </p:cNvPr>
          <p:cNvCxnSpPr/>
          <p:nvPr/>
        </p:nvCxnSpPr>
        <p:spPr>
          <a:xfrm>
            <a:off x="1376127" y="3427268"/>
            <a:ext cx="715224" cy="5261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7136920-BC9B-239B-CB4E-466CE7834E32}"/>
              </a:ext>
            </a:extLst>
          </p:cNvPr>
          <p:cNvSpPr txBox="1"/>
          <p:nvPr/>
        </p:nvSpPr>
        <p:spPr>
          <a:xfrm>
            <a:off x="941560" y="3109312"/>
            <a:ext cx="823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step</a:t>
            </a:r>
          </a:p>
        </p:txBody>
      </p:sp>
    </p:spTree>
    <p:extLst>
      <p:ext uri="{BB962C8B-B14F-4D97-AF65-F5344CB8AC3E}">
        <p14:creationId xmlns:p14="http://schemas.microsoft.com/office/powerpoint/2010/main" val="3451901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434CB-FF93-3FD7-4D24-79A344DA1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D40E1F-9205-900C-7A94-A7CA020AE4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BDB6A1-B453-74C9-83B6-15561EB29DB0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Input clock source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740E6E-484C-E794-BBCC-4D8094A7A5DD}"/>
              </a:ext>
            </a:extLst>
          </p:cNvPr>
          <p:cNvSpPr txBox="1"/>
          <p:nvPr/>
        </p:nvSpPr>
        <p:spPr>
          <a:xfrm>
            <a:off x="499932" y="2305050"/>
            <a:ext cx="5952626" cy="2062103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Internal clock (CK_INT)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External clock mode1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External clock mode2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Internal trigger inputs (ITRx)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72883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4. Q&amp;A</a:t>
            </a:r>
          </a:p>
        </p:txBody>
      </p:sp>
      <p:pic>
        <p:nvPicPr>
          <p:cNvPr id="4098" name="Picture 2" descr="Q And A Images – Browse 183,804 Stock Photos, Vectors, and Video | Adobe  Stock">
            <a:extLst>
              <a:ext uri="{FF2B5EF4-FFF2-40B4-BE49-F238E27FC236}">
                <a16:creationId xmlns:a16="http://schemas.microsoft.com/office/drawing/2014/main" id="{D3E842B5-2EEE-821D-4C9B-BD7789AC0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588" y="2672032"/>
            <a:ext cx="780097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9702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471</TotalTime>
  <Words>155</Words>
  <Application>Microsoft Office PowerPoint</Application>
  <PresentationFormat>Widescreen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Quan</dc:creator>
  <cp:lastModifiedBy>Kensin Himura</cp:lastModifiedBy>
  <cp:revision>253</cp:revision>
  <dcterms:created xsi:type="dcterms:W3CDTF">2024-01-20T03:37:02Z</dcterms:created>
  <dcterms:modified xsi:type="dcterms:W3CDTF">2025-02-11T13:10:45Z</dcterms:modified>
</cp:coreProperties>
</file>