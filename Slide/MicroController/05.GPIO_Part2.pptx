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FA0"/>
    <a:srgbClr val="EF9C66"/>
    <a:srgbClr val="F4DEB3"/>
    <a:srgbClr val="0D4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4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5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8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2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6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5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3AE87-C17F-4F2C-92FF-7FE21F8A66BE}" type="datetimeFigureOut">
              <a:rPr lang="en-US" smtClean="0"/>
              <a:t>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 dirty="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1569660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Reading PORT and GPIO peripheral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Memory map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GPIO </a:t>
            </a:r>
            <a:r>
              <a:rPr lang="en-US" sz="3200"/>
              <a:t>important register to blink PC13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2885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Q&amp;A</a:t>
            </a:r>
          </a:p>
        </p:txBody>
      </p:sp>
      <p:pic>
        <p:nvPicPr>
          <p:cNvPr id="4098" name="Picture 2" descr="Q And A Images – Browse 183,804 Stock Photos, Vectors, and Video | Adobe  Stock">
            <a:extLst>
              <a:ext uri="{FF2B5EF4-FFF2-40B4-BE49-F238E27FC236}">
                <a16:creationId xmlns:a16="http://schemas.microsoft.com/office/drawing/2014/main" id="{D3E842B5-2EEE-821D-4C9B-BD7789AC0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588" y="2672032"/>
            <a:ext cx="7800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421</TotalTime>
  <Words>20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Bùi Thu Hiền</cp:lastModifiedBy>
  <cp:revision>196</cp:revision>
  <dcterms:created xsi:type="dcterms:W3CDTF">2024-01-20T03:37:02Z</dcterms:created>
  <dcterms:modified xsi:type="dcterms:W3CDTF">2025-01-04T15:13:08Z</dcterms:modified>
</cp:coreProperties>
</file>