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CFA0"/>
    <a:srgbClr val="EF9C66"/>
    <a:srgbClr val="F4DEB3"/>
    <a:srgbClr val="0D4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4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5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0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2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8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621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68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75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2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6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52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3AE87-C17F-4F2C-92FF-7FE21F8A66BE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6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Lesson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3" y="2305050"/>
            <a:ext cx="10387142" cy="452431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C program: Hello World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Embedded program: Blink 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STM32F103C8T6: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Board overview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How to read schematic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How to blin LED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3200" dirty="0"/>
              <a:t>Clock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3200" dirty="0"/>
              <a:t>Port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3200" dirty="0"/>
              <a:t>GPIO</a:t>
            </a:r>
          </a:p>
        </p:txBody>
      </p:sp>
    </p:spTree>
    <p:extLst>
      <p:ext uri="{BB962C8B-B14F-4D97-AF65-F5344CB8AC3E}">
        <p14:creationId xmlns:p14="http://schemas.microsoft.com/office/powerpoint/2010/main" val="3828850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4. Q&amp;A</a:t>
            </a:r>
          </a:p>
        </p:txBody>
      </p:sp>
      <p:pic>
        <p:nvPicPr>
          <p:cNvPr id="4098" name="Picture 2" descr="Q And A Images – Browse 183,804 Stock Photos, Vectors, and Video | Adobe  Stock">
            <a:extLst>
              <a:ext uri="{FF2B5EF4-FFF2-40B4-BE49-F238E27FC236}">
                <a16:creationId xmlns:a16="http://schemas.microsoft.com/office/drawing/2014/main" id="{D3E842B5-2EEE-821D-4C9B-BD7789AC0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588" y="2672032"/>
            <a:ext cx="780097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9702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421</TotalTime>
  <Words>32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Quan</dc:creator>
  <cp:lastModifiedBy>Bùi Thu Hiền</cp:lastModifiedBy>
  <cp:revision>194</cp:revision>
  <dcterms:created xsi:type="dcterms:W3CDTF">2024-01-20T03:37:02Z</dcterms:created>
  <dcterms:modified xsi:type="dcterms:W3CDTF">2025-01-02T11:27:15Z</dcterms:modified>
</cp:coreProperties>
</file>