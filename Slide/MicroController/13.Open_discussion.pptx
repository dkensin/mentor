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CF62B-7505-C1D1-FB64-1C73CE272DC7}"/>
              </a:ext>
            </a:extLst>
          </p:cNvPr>
          <p:cNvSpPr txBox="1"/>
          <p:nvPr/>
        </p:nvSpPr>
        <p:spPr>
          <a:xfrm>
            <a:off x="499932" y="2721114"/>
            <a:ext cx="8776147" cy="9541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Question?</a:t>
            </a:r>
          </a:p>
          <a:p>
            <a:r>
              <a:rPr lang="en-US" sz="2800" dirty="0"/>
              <a:t>What happen when </a:t>
            </a:r>
            <a:r>
              <a:rPr lang="en-US" sz="2800"/>
              <a:t>code size </a:t>
            </a:r>
            <a:r>
              <a:rPr lang="en-US" sz="2800" dirty="0"/>
              <a:t>&gt; </a:t>
            </a:r>
            <a:r>
              <a:rPr lang="en-US" sz="2800"/>
              <a:t>RAM capacity?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957B-1E04-1E8F-C2CB-F3951E7C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C894B6-C627-5A1D-3C04-B3E1D1DAC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169A89-C463-D931-82DD-2147802B3582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ECD129-5FD6-F994-F6A1-956CE4F10C79}"/>
              </a:ext>
            </a:extLst>
          </p:cNvPr>
          <p:cNvSpPr/>
          <p:nvPr/>
        </p:nvSpPr>
        <p:spPr>
          <a:xfrm>
            <a:off x="1145709" y="3715734"/>
            <a:ext cx="2877651" cy="27561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102D4-EF5F-4B9A-8ADF-1C829BA576DB}"/>
              </a:ext>
            </a:extLst>
          </p:cNvPr>
          <p:cNvSpPr/>
          <p:nvPr/>
        </p:nvSpPr>
        <p:spPr>
          <a:xfrm>
            <a:off x="1778000" y="3868347"/>
            <a:ext cx="1337223" cy="6456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D6AF2-C25A-B57D-0C39-5F40025A08E5}"/>
              </a:ext>
            </a:extLst>
          </p:cNvPr>
          <p:cNvSpPr/>
          <p:nvPr/>
        </p:nvSpPr>
        <p:spPr>
          <a:xfrm>
            <a:off x="1930157" y="4668404"/>
            <a:ext cx="1198880" cy="5225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C6889A-1857-7376-FDBA-CF578E771E8B}"/>
              </a:ext>
            </a:extLst>
          </p:cNvPr>
          <p:cNvSpPr/>
          <p:nvPr/>
        </p:nvSpPr>
        <p:spPr>
          <a:xfrm>
            <a:off x="1606635" y="5593141"/>
            <a:ext cx="1738543" cy="5391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B231EC-02FA-9E42-F4C4-6861A101E146}"/>
              </a:ext>
            </a:extLst>
          </p:cNvPr>
          <p:cNvSpPr/>
          <p:nvPr/>
        </p:nvSpPr>
        <p:spPr>
          <a:xfrm>
            <a:off x="5872480" y="3302000"/>
            <a:ext cx="5882639" cy="20096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48F2F-EB58-7DED-BF2B-5A466723C9F2}"/>
              </a:ext>
            </a:extLst>
          </p:cNvPr>
          <p:cNvSpPr/>
          <p:nvPr/>
        </p:nvSpPr>
        <p:spPr>
          <a:xfrm>
            <a:off x="7236460" y="3663194"/>
            <a:ext cx="568960" cy="528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AA20D7-AD27-A77E-3093-91884B7B1B54}"/>
              </a:ext>
            </a:extLst>
          </p:cNvPr>
          <p:cNvCxnSpPr>
            <a:cxnSpLocks/>
          </p:cNvCxnSpPr>
          <p:nvPr/>
        </p:nvCxnSpPr>
        <p:spPr>
          <a:xfrm>
            <a:off x="4023360" y="5860455"/>
            <a:ext cx="7513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B7059B-3B79-0872-DCDC-CE71C532B4B7}"/>
              </a:ext>
            </a:extLst>
          </p:cNvPr>
          <p:cNvSpPr/>
          <p:nvPr/>
        </p:nvSpPr>
        <p:spPr>
          <a:xfrm>
            <a:off x="8394700" y="3690786"/>
            <a:ext cx="568960" cy="528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6D1A4B-1063-87A0-21E7-91F92C89B626}"/>
              </a:ext>
            </a:extLst>
          </p:cNvPr>
          <p:cNvSpPr/>
          <p:nvPr/>
        </p:nvSpPr>
        <p:spPr>
          <a:xfrm>
            <a:off x="3495040" y="3968176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2D66CD-4F62-4C04-267C-CB8B9AA58383}"/>
              </a:ext>
            </a:extLst>
          </p:cNvPr>
          <p:cNvSpPr/>
          <p:nvPr/>
        </p:nvSpPr>
        <p:spPr>
          <a:xfrm>
            <a:off x="3495040" y="4615497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4911E-2FB8-9E59-2C37-7954836CD0EF}"/>
              </a:ext>
            </a:extLst>
          </p:cNvPr>
          <p:cNvSpPr/>
          <p:nvPr/>
        </p:nvSpPr>
        <p:spPr>
          <a:xfrm>
            <a:off x="3495040" y="5373112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20714E-8642-99B9-DB6D-524C35DE6451}"/>
              </a:ext>
            </a:extLst>
          </p:cNvPr>
          <p:cNvSpPr/>
          <p:nvPr/>
        </p:nvSpPr>
        <p:spPr>
          <a:xfrm>
            <a:off x="3495040" y="6022984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1DE8BC-7372-BA44-A178-64AB0C1E818C}"/>
              </a:ext>
            </a:extLst>
          </p:cNvPr>
          <p:cNvSpPr/>
          <p:nvPr/>
        </p:nvSpPr>
        <p:spPr>
          <a:xfrm>
            <a:off x="9468167" y="3614586"/>
            <a:ext cx="914400" cy="680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F5EB5-530F-9039-084D-80B6879B9ED3}"/>
              </a:ext>
            </a:extLst>
          </p:cNvPr>
          <p:cNvSpPr/>
          <p:nvPr/>
        </p:nvSpPr>
        <p:spPr>
          <a:xfrm>
            <a:off x="4974907" y="3080883"/>
            <a:ext cx="592773" cy="3126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D9DA9-16CC-5E8C-A6A1-D744B483FE87}"/>
              </a:ext>
            </a:extLst>
          </p:cNvPr>
          <p:cNvSpPr/>
          <p:nvPr/>
        </p:nvSpPr>
        <p:spPr>
          <a:xfrm>
            <a:off x="4923133" y="3088263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90DB11-128E-4896-BA0A-84341BE61817}"/>
              </a:ext>
            </a:extLst>
          </p:cNvPr>
          <p:cNvSpPr/>
          <p:nvPr/>
        </p:nvSpPr>
        <p:spPr>
          <a:xfrm>
            <a:off x="4949019" y="3382903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D71CA7-AEC4-4381-BD62-5EF09332ED6B}"/>
              </a:ext>
            </a:extLst>
          </p:cNvPr>
          <p:cNvSpPr/>
          <p:nvPr/>
        </p:nvSpPr>
        <p:spPr>
          <a:xfrm>
            <a:off x="4949019" y="3624886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CBE5C-A8F7-C0CB-9E06-A2FF5CDE7B04}"/>
              </a:ext>
            </a:extLst>
          </p:cNvPr>
          <p:cNvSpPr/>
          <p:nvPr/>
        </p:nvSpPr>
        <p:spPr>
          <a:xfrm>
            <a:off x="4949018" y="3919526"/>
            <a:ext cx="644547" cy="4225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27DF4-C7F2-85EA-C994-AA63778DBA6F}"/>
              </a:ext>
            </a:extLst>
          </p:cNvPr>
          <p:cNvCxnSpPr>
            <a:cxnSpLocks/>
          </p:cNvCxnSpPr>
          <p:nvPr/>
        </p:nvCxnSpPr>
        <p:spPr>
          <a:xfrm>
            <a:off x="4433655" y="5371757"/>
            <a:ext cx="2877651" cy="8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F38708A-EE45-C08D-A923-8EF54888D9D0}"/>
              </a:ext>
            </a:extLst>
          </p:cNvPr>
          <p:cNvSpPr/>
          <p:nvPr/>
        </p:nvSpPr>
        <p:spPr>
          <a:xfrm>
            <a:off x="6473019" y="4219106"/>
            <a:ext cx="914400" cy="85105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E1639-12AD-E6FB-0ECF-9BAC393473B7}"/>
              </a:ext>
            </a:extLst>
          </p:cNvPr>
          <p:cNvSpPr/>
          <p:nvPr/>
        </p:nvSpPr>
        <p:spPr>
          <a:xfrm>
            <a:off x="7666333" y="4413548"/>
            <a:ext cx="1398228" cy="8510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1000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3ABA9-AC53-298F-F81D-DAEE54C60B44}"/>
              </a:ext>
            </a:extLst>
          </p:cNvPr>
          <p:cNvSpPr txBox="1"/>
          <p:nvPr/>
        </p:nvSpPr>
        <p:spPr>
          <a:xfrm>
            <a:off x="10988039" y="295480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D642B0-E26D-5022-3D1C-AAAA4AFCF086}"/>
              </a:ext>
            </a:extLst>
          </p:cNvPr>
          <p:cNvSpPr/>
          <p:nvPr/>
        </p:nvSpPr>
        <p:spPr>
          <a:xfrm>
            <a:off x="7150020" y="1745454"/>
            <a:ext cx="3058319" cy="7797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D85F376-3293-18BD-279B-10EA21D22BFD}"/>
              </a:ext>
            </a:extLst>
          </p:cNvPr>
          <p:cNvCxnSpPr>
            <a:cxnSpLocks/>
          </p:cNvCxnSpPr>
          <p:nvPr/>
        </p:nvCxnSpPr>
        <p:spPr>
          <a:xfrm flipH="1">
            <a:off x="8394700" y="2135336"/>
            <a:ext cx="419099" cy="26262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BE1BDA5-03EB-93E0-43D3-DB42032B9F4B}"/>
              </a:ext>
            </a:extLst>
          </p:cNvPr>
          <p:cNvSpPr/>
          <p:nvPr/>
        </p:nvSpPr>
        <p:spPr>
          <a:xfrm>
            <a:off x="3345179" y="3180080"/>
            <a:ext cx="1088476" cy="68826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05BA17-A950-8899-FA29-6DF5DA95A153}"/>
              </a:ext>
            </a:extLst>
          </p:cNvPr>
          <p:cNvSpPr/>
          <p:nvPr/>
        </p:nvSpPr>
        <p:spPr>
          <a:xfrm>
            <a:off x="4724400" y="2600960"/>
            <a:ext cx="1073235" cy="12542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321032-DADD-0FA4-0EE0-E57BCCA6C166}"/>
              </a:ext>
            </a:extLst>
          </p:cNvPr>
          <p:cNvSpPr/>
          <p:nvPr/>
        </p:nvSpPr>
        <p:spPr>
          <a:xfrm>
            <a:off x="6302142" y="3509603"/>
            <a:ext cx="784457" cy="546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2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</TotalTime>
  <Words>37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292</cp:revision>
  <dcterms:created xsi:type="dcterms:W3CDTF">2024-01-20T03:37:02Z</dcterms:created>
  <dcterms:modified xsi:type="dcterms:W3CDTF">2025-04-05T13:11:58Z</dcterms:modified>
</cp:coreProperties>
</file>