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F21E5-985C-6D67-4C5C-9FFA6CFAC5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EA7C6A-436A-0099-F1D8-15AD2AE15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5DB250-1C7A-AEAD-A3B7-5864D76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1AB16-3BBC-88A6-6F02-54F33081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FD7E3-D15A-033E-D097-800544893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04053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E427-7D5E-4DCD-8760-2033770B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F7A17-65A2-F59B-0130-C5618999A3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390F64-7610-5274-3871-CA3C6FA11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2073D-987C-D26D-9EA6-3757D8D2A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A5AF84-FCCB-7FB8-DE2D-36E58FE44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23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816B4-359C-F9EC-DF17-4C9C707EB9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86961C-6765-1401-EE6B-1C87337E85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1EE55-0768-2CB2-22B5-6FAC3A48D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7F651-8903-2EB3-B991-49039BE43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4E214E-42B1-7F8F-DFFB-B774C5F3A6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113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652A-A739-4F81-85C7-EDDD48245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D036C-C115-2431-AD85-D66928829F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061D31-71B9-2A06-530B-6BE0B3D944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A4BC2-AA94-E5E4-65CE-8D3922ABC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7DB51-1997-12C7-729C-89AB23D0D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DCE62E-8714-A580-CA05-6B11CC754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594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5A5AD-CF63-00E7-B795-B3EA01998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F00E8C-96E7-D3E5-83BD-66962250D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A508DA-D3EE-EFD9-4269-775FAAD800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05294B-BA73-C1AB-EEDD-D5835B9ECA6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3ABC9B-2A7B-A693-9A05-230619BAC3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DED886-FB1B-EB80-5811-201F03FAF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D75A6A-AB55-09F5-EC04-8F573DF890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942044-4EF6-9591-D972-632CF10D4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9884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F8BEF-B2FD-AA6F-6ED0-0CCD20753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93ECB5-4C6B-D975-0329-B65FBACD8D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FCA3C0-4A76-1C48-1F03-774DBC24A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AE3DF3-792E-4CF8-67E3-3802C538A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629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43FE7E-324C-BB0C-126E-EA8A9BB08C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3E75D-DED6-63CD-524B-0A69F9DD0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4AE61E-3CF0-2BEC-8135-46EB66BC9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7360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D5D8B-DA75-03E6-49DE-F39817BC4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CCE64-0B8E-9440-E1CD-3AF6040797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26FE02-3B5C-442D-9F94-4EA96EF58C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A6849E-0D47-796E-02DB-AD41C9EB7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F8E521-58A1-681C-B064-556517C18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0078B-99A4-0A45-6C13-5C5CF3AEF1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838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D8E86-4F77-FD26-8A52-B87E79ED4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E107B4-3E92-21BB-7131-F6103BD888A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EC95A5-6638-0802-3938-2D6C46AD16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DD78BC-7317-ABD1-7401-9FB2FE83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710AC2-BF64-700E-1D0F-1A30871A2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D3ADFB-C386-C09F-665C-088387583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55298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833C18-1577-E0E7-F3C0-2C632A205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A3F177-5DAA-390E-F935-46F2703FF2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81B7C2-AF0D-E82B-4FBC-EB0DE3DC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DB1A3-C783-C995-B35A-D43545F58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88B5D-F41D-491F-5DE0-1A8D402F9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27421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AC16E5C-0612-8B34-A646-5CE91B2257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7D8EF4-2D02-172F-96C4-B9635CAD5E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0E76D2-D9E0-8932-3CC1-E9247DA4B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AD78F9-4363-2C51-146E-CDE149342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4C4C2-AF3E-FD6E-FE32-7F81F84484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020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276A2B-2CD3-1B8D-EE8A-84AB2F22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82BDC8-2386-7FED-FD59-C103CD01FD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54A050-7ECB-4922-A345-8751F8C01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36EE4A-4441-42C2-9290-E89E57CCAC53}" type="datetimeFigureOut">
              <a:rPr lang="en-US" smtClean="0"/>
              <a:t>12/24/2024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12A66-698A-2C49-8A3B-B86FCCC686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95B3A6-BBDB-7CB9-79DF-25B0BAE8ED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58B7E7-D301-4F2C-9AD9-E8A6594025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246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2CA43D6-279C-026B-2ABB-82CB79769B4A}"/>
              </a:ext>
            </a:extLst>
          </p:cNvPr>
          <p:cNvSpPr txBox="1"/>
          <p:nvPr/>
        </p:nvSpPr>
        <p:spPr>
          <a:xfrm>
            <a:off x="1858297" y="1258529"/>
            <a:ext cx="28021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PC/Laptop</a:t>
            </a:r>
          </a:p>
          <a:p>
            <a:r>
              <a:rPr lang="en-US" dirty="0"/>
              <a:t>	- Core</a:t>
            </a:r>
          </a:p>
          <a:p>
            <a:r>
              <a:rPr lang="en-US" dirty="0"/>
              <a:t>	- RAM</a:t>
            </a:r>
          </a:p>
          <a:p>
            <a:r>
              <a:rPr lang="en-US" dirty="0"/>
              <a:t>	- peripheral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Mobile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8147C-BE69-5C03-79C4-EC3EFFCF993C}"/>
              </a:ext>
            </a:extLst>
          </p:cNvPr>
          <p:cNvSpPr txBox="1"/>
          <p:nvPr/>
        </p:nvSpPr>
        <p:spPr>
          <a:xfrm>
            <a:off x="5697794" y="1258529"/>
            <a:ext cx="324956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Embedded</a:t>
            </a:r>
          </a:p>
          <a:p>
            <a:r>
              <a:rPr lang="en-US" dirty="0"/>
              <a:t>	- 8051</a:t>
            </a:r>
          </a:p>
          <a:p>
            <a:r>
              <a:rPr lang="en-US" dirty="0"/>
              <a:t>	- ST</a:t>
            </a:r>
          </a:p>
          <a:p>
            <a:r>
              <a:rPr lang="en-US" dirty="0"/>
              <a:t>	- Texas</a:t>
            </a:r>
          </a:p>
          <a:p>
            <a:r>
              <a:rPr lang="en-US" dirty="0"/>
              <a:t>	- NXP</a:t>
            </a:r>
          </a:p>
          <a:p>
            <a:endParaRPr lang="en-US" dirty="0"/>
          </a:p>
          <a:p>
            <a:r>
              <a:rPr lang="en-US" dirty="0"/>
              <a:t>ARM: </a:t>
            </a:r>
          </a:p>
          <a:p>
            <a:r>
              <a:rPr lang="en-US" dirty="0"/>
              <a:t>	- Application</a:t>
            </a:r>
          </a:p>
          <a:p>
            <a:r>
              <a:rPr lang="en-US" dirty="0"/>
              <a:t>	- Real-time</a:t>
            </a:r>
          </a:p>
          <a:p>
            <a:r>
              <a:rPr lang="en-US" dirty="0"/>
              <a:t>	- Micro-controller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9952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5F9C-C493-24FF-E145-213CFD3DF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44DC44-D80D-853A-C2E5-864D6EBDB29D}"/>
              </a:ext>
            </a:extLst>
          </p:cNvPr>
          <p:cNvSpPr txBox="1"/>
          <p:nvPr/>
        </p:nvSpPr>
        <p:spPr>
          <a:xfrm>
            <a:off x="1828800" y="1258529"/>
            <a:ext cx="280219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PC: multiple purpose</a:t>
            </a:r>
          </a:p>
          <a:p>
            <a:r>
              <a:rPr lang="en-US" dirty="0"/>
              <a:t>Work/power point/excel</a:t>
            </a:r>
          </a:p>
          <a:p>
            <a:r>
              <a:rPr lang="en-US" dirty="0"/>
              <a:t>Multi-media</a:t>
            </a:r>
          </a:p>
          <a:p>
            <a:r>
              <a:rPr lang="en-US" dirty="0"/>
              <a:t>Film/music/video</a:t>
            </a:r>
          </a:p>
          <a:p>
            <a:r>
              <a:rPr lang="en-US" dirty="0"/>
              <a:t>…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FBA2E9-CF39-6BA4-2380-D3994FAF1214}"/>
              </a:ext>
            </a:extLst>
          </p:cNvPr>
          <p:cNvSpPr txBox="1"/>
          <p:nvPr/>
        </p:nvSpPr>
        <p:spPr>
          <a:xfrm>
            <a:off x="5697794" y="1258529"/>
            <a:ext cx="32495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Embedded: 1 specific task</a:t>
            </a:r>
          </a:p>
        </p:txBody>
      </p:sp>
    </p:spTree>
    <p:extLst>
      <p:ext uri="{BB962C8B-B14F-4D97-AF65-F5344CB8AC3E}">
        <p14:creationId xmlns:p14="http://schemas.microsoft.com/office/powerpoint/2010/main" val="6323134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CC6077-2EF2-83A2-94E7-F3841F785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566CFD-ABA0-39C6-9247-713A10780A36}"/>
              </a:ext>
            </a:extLst>
          </p:cNvPr>
          <p:cNvSpPr/>
          <p:nvPr/>
        </p:nvSpPr>
        <p:spPr>
          <a:xfrm>
            <a:off x="1524000" y="2320415"/>
            <a:ext cx="1759974" cy="188779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CPU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39D12FA-F3D6-2DC7-8B2D-508D75019663}"/>
              </a:ext>
            </a:extLst>
          </p:cNvPr>
          <p:cNvSpPr/>
          <p:nvPr/>
        </p:nvSpPr>
        <p:spPr>
          <a:xfrm>
            <a:off x="5958349" y="476867"/>
            <a:ext cx="2517058" cy="1843548"/>
          </a:xfrm>
          <a:prstGeom prst="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E4F3E87-05F5-08A4-2ABF-C62242AF6BD2}"/>
              </a:ext>
            </a:extLst>
          </p:cNvPr>
          <p:cNvSpPr/>
          <p:nvPr/>
        </p:nvSpPr>
        <p:spPr>
          <a:xfrm>
            <a:off x="4586749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8B5A01-7D28-B26E-AE28-E72E926531E3}"/>
              </a:ext>
            </a:extLst>
          </p:cNvPr>
          <p:cNvSpPr/>
          <p:nvPr/>
        </p:nvSpPr>
        <p:spPr>
          <a:xfrm>
            <a:off x="6233653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C76E2D-C5E8-656F-A7AA-236B0F788494}"/>
              </a:ext>
            </a:extLst>
          </p:cNvPr>
          <p:cNvSpPr/>
          <p:nvPr/>
        </p:nvSpPr>
        <p:spPr>
          <a:xfrm>
            <a:off x="7880557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54F86EE-F6A4-693F-3612-45A3BDBA1810}"/>
              </a:ext>
            </a:extLst>
          </p:cNvPr>
          <p:cNvSpPr/>
          <p:nvPr/>
        </p:nvSpPr>
        <p:spPr>
          <a:xfrm>
            <a:off x="9507796" y="4513006"/>
            <a:ext cx="1371600" cy="973394"/>
          </a:xfrm>
          <a:prstGeom prst="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I/O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546BD3F-FAC0-CAD1-AEA2-73033CB502AD}"/>
              </a:ext>
            </a:extLst>
          </p:cNvPr>
          <p:cNvCxnSpPr/>
          <p:nvPr/>
        </p:nvCxnSpPr>
        <p:spPr>
          <a:xfrm>
            <a:off x="3283974" y="2821858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7413D2-0247-E96F-4C9A-E8F87651AB11}"/>
              </a:ext>
            </a:extLst>
          </p:cNvPr>
          <p:cNvCxnSpPr/>
          <p:nvPr/>
        </p:nvCxnSpPr>
        <p:spPr>
          <a:xfrm>
            <a:off x="3283974" y="3220065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D820B90-C6D6-2795-3661-6FB27DA33064}"/>
              </a:ext>
            </a:extLst>
          </p:cNvPr>
          <p:cNvCxnSpPr/>
          <p:nvPr/>
        </p:nvCxnSpPr>
        <p:spPr>
          <a:xfrm>
            <a:off x="3283974" y="3706761"/>
            <a:ext cx="7855974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32DE4E9-DC36-B0E4-4171-8C8E5F070218}"/>
              </a:ext>
            </a:extLst>
          </p:cNvPr>
          <p:cNvCxnSpPr>
            <a:cxnSpLocks/>
            <a:endCxn id="3" idx="2"/>
          </p:cNvCxnSpPr>
          <p:nvPr/>
        </p:nvCxnSpPr>
        <p:spPr>
          <a:xfrm flipV="1">
            <a:off x="7216877" y="2320415"/>
            <a:ext cx="1" cy="5014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95FA2A2-7482-E05A-B22B-C22FBE3F319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5272549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81B552A6-3153-1D1F-CE95-C54725D862D7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6919453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ED2EFF2-020F-7577-1CB1-6811A732A2F5}"/>
              </a:ext>
            </a:extLst>
          </p:cNvPr>
          <p:cNvCxnSpPr>
            <a:cxnSpLocks/>
          </p:cNvCxnSpPr>
          <p:nvPr/>
        </p:nvCxnSpPr>
        <p:spPr>
          <a:xfrm>
            <a:off x="8556524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FDF2B14-8ABF-EBD8-662B-1B24934EA983}"/>
              </a:ext>
            </a:extLst>
          </p:cNvPr>
          <p:cNvCxnSpPr>
            <a:cxnSpLocks/>
            <a:endCxn id="9" idx="0"/>
          </p:cNvCxnSpPr>
          <p:nvPr/>
        </p:nvCxnSpPr>
        <p:spPr>
          <a:xfrm>
            <a:off x="10193596" y="3706761"/>
            <a:ext cx="0" cy="80624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7BF5E1D-6B26-8D9C-BABF-3D1351836C24}"/>
              </a:ext>
            </a:extLst>
          </p:cNvPr>
          <p:cNvSpPr txBox="1"/>
          <p:nvPr/>
        </p:nvSpPr>
        <p:spPr>
          <a:xfrm>
            <a:off x="10618838" y="249185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data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D24A160-5257-2DD5-8C2F-66519898173F}"/>
              </a:ext>
            </a:extLst>
          </p:cNvPr>
          <p:cNvSpPr txBox="1"/>
          <p:nvPr/>
        </p:nvSpPr>
        <p:spPr>
          <a:xfrm>
            <a:off x="10618838" y="2887915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146C4A0-DB29-47D2-30D7-64828C139FE5}"/>
              </a:ext>
            </a:extLst>
          </p:cNvPr>
          <p:cNvSpPr txBox="1"/>
          <p:nvPr/>
        </p:nvSpPr>
        <p:spPr>
          <a:xfrm>
            <a:off x="10648332" y="3377379"/>
            <a:ext cx="10815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control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46E16E7-F6FE-C3A3-20BE-FDC8A393886C}"/>
              </a:ext>
            </a:extLst>
          </p:cNvPr>
          <p:cNvCxnSpPr/>
          <p:nvPr/>
        </p:nvCxnSpPr>
        <p:spPr>
          <a:xfrm>
            <a:off x="564371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E888937-1D8B-41EE-DB99-B4661A332B1E}"/>
              </a:ext>
            </a:extLst>
          </p:cNvPr>
          <p:cNvCxnSpPr/>
          <p:nvPr/>
        </p:nvCxnSpPr>
        <p:spPr>
          <a:xfrm>
            <a:off x="6749845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CCFC86D2-4A49-3898-DE37-9FFD17F2A85F}"/>
              </a:ext>
            </a:extLst>
          </p:cNvPr>
          <p:cNvCxnSpPr/>
          <p:nvPr/>
        </p:nvCxnSpPr>
        <p:spPr>
          <a:xfrm>
            <a:off x="8396748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0D2B14D6-BD37-42A0-BC65-1C04C6BF52F4}"/>
              </a:ext>
            </a:extLst>
          </p:cNvPr>
          <p:cNvCxnSpPr/>
          <p:nvPr/>
        </p:nvCxnSpPr>
        <p:spPr>
          <a:xfrm>
            <a:off x="10023986" y="2821858"/>
            <a:ext cx="0" cy="169114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3" name="Rectangle 42">
            <a:extLst>
              <a:ext uri="{FF2B5EF4-FFF2-40B4-BE49-F238E27FC236}">
                <a16:creationId xmlns:a16="http://schemas.microsoft.com/office/drawing/2014/main" id="{3E6A037F-CEEA-9801-CBF0-189C3E16A264}"/>
              </a:ext>
            </a:extLst>
          </p:cNvPr>
          <p:cNvSpPr/>
          <p:nvPr/>
        </p:nvSpPr>
        <p:spPr>
          <a:xfrm>
            <a:off x="1622322" y="4485968"/>
            <a:ext cx="2278627" cy="2310580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79D9DED-7F88-C336-DDEA-120C23F59632}"/>
              </a:ext>
            </a:extLst>
          </p:cNvPr>
          <p:cNvCxnSpPr>
            <a:cxnSpLocks/>
            <a:stCxn id="2" idx="2"/>
            <a:endCxn id="43" idx="0"/>
          </p:cNvCxnSpPr>
          <p:nvPr/>
        </p:nvCxnSpPr>
        <p:spPr>
          <a:xfrm>
            <a:off x="2403987" y="4208206"/>
            <a:ext cx="357649" cy="2777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6A20DF5A-5D2D-82B8-0E84-535806D8E3F7}"/>
              </a:ext>
            </a:extLst>
          </p:cNvPr>
          <p:cNvSpPr/>
          <p:nvPr/>
        </p:nvSpPr>
        <p:spPr>
          <a:xfrm>
            <a:off x="2208570" y="4847305"/>
            <a:ext cx="970938" cy="4621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ALU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3F81DDEA-39FD-1C04-A15F-6476E25C16BB}"/>
              </a:ext>
            </a:extLst>
          </p:cNvPr>
          <p:cNvSpPr/>
          <p:nvPr/>
        </p:nvSpPr>
        <p:spPr>
          <a:xfrm>
            <a:off x="2208570" y="5410200"/>
            <a:ext cx="970938" cy="46211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CU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A24A60B-10BC-A948-7FFB-81F5A106F9C3}"/>
              </a:ext>
            </a:extLst>
          </p:cNvPr>
          <p:cNvSpPr/>
          <p:nvPr/>
        </p:nvSpPr>
        <p:spPr>
          <a:xfrm>
            <a:off x="2015613" y="6037009"/>
            <a:ext cx="1386347" cy="53216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Private memory</a:t>
            </a:r>
          </a:p>
        </p:txBody>
      </p:sp>
    </p:spTree>
    <p:extLst>
      <p:ext uri="{BB962C8B-B14F-4D97-AF65-F5344CB8AC3E}">
        <p14:creationId xmlns:p14="http://schemas.microsoft.com/office/powerpoint/2010/main" val="2768393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80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Bùi Thu Hiền</dc:creator>
  <cp:lastModifiedBy>Bùi Thu Hiền</cp:lastModifiedBy>
  <cp:revision>8</cp:revision>
  <dcterms:created xsi:type="dcterms:W3CDTF">2024-12-24T11:28:00Z</dcterms:created>
  <dcterms:modified xsi:type="dcterms:W3CDTF">2024-12-24T11:49:36Z</dcterms:modified>
</cp:coreProperties>
</file>