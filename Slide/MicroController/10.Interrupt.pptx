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5" r:id="rId3"/>
    <p:sldId id="287" r:id="rId4"/>
    <p:sldId id="288" r:id="rId5"/>
    <p:sldId id="284" r:id="rId6"/>
    <p:sldId id="286" r:id="rId7"/>
    <p:sldId id="28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CFA0"/>
    <a:srgbClr val="EF9C66"/>
    <a:srgbClr val="F4DEB3"/>
    <a:srgbClr val="0D4E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260" y="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254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0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722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181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621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683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319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875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720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60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952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A3AE87-C17F-4F2C-92FF-7FE21F8A66BE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869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 dirty="0"/>
              <a:t>Lesson 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3" y="2305050"/>
            <a:ext cx="10387142" cy="255454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Review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Polling disadvantages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What is the interrupt?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Interrupt mechanism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Main blocks in STM32F103</a:t>
            </a:r>
          </a:p>
        </p:txBody>
      </p:sp>
    </p:spTree>
    <p:extLst>
      <p:ext uri="{BB962C8B-B14F-4D97-AF65-F5344CB8AC3E}">
        <p14:creationId xmlns:p14="http://schemas.microsoft.com/office/powerpoint/2010/main" val="3828850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D68DB-25F3-1D3E-A9C2-AC660221B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CCA3D1-91CB-CAB8-F998-5AB055B174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7B65CA7-C48B-A413-F0B0-AF4E98E42661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 dirty="0"/>
              <a:t>Lesson 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E38D3F-9438-EF18-A5B2-43B14A7BE5DB}"/>
              </a:ext>
            </a:extLst>
          </p:cNvPr>
          <p:cNvSpPr txBox="1"/>
          <p:nvPr/>
        </p:nvSpPr>
        <p:spPr>
          <a:xfrm>
            <a:off x="499933" y="2308143"/>
            <a:ext cx="10387142" cy="58477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Interrupt idea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7C9168-FA57-BD4A-8792-5FD2884DEBA2}"/>
              </a:ext>
            </a:extLst>
          </p:cNvPr>
          <p:cNvSpPr/>
          <p:nvPr/>
        </p:nvSpPr>
        <p:spPr>
          <a:xfrm>
            <a:off x="1660316" y="3759351"/>
            <a:ext cx="1226028" cy="142335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Main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52AE1E7-CF80-0DA1-85EB-434D66589AF0}"/>
              </a:ext>
            </a:extLst>
          </p:cNvPr>
          <p:cNvCxnSpPr>
            <a:cxnSpLocks/>
          </p:cNvCxnSpPr>
          <p:nvPr/>
        </p:nvCxnSpPr>
        <p:spPr>
          <a:xfrm>
            <a:off x="1388853" y="3454879"/>
            <a:ext cx="0" cy="295886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16A00810-ED55-6E6F-8AC4-6D30C73DB1AE}"/>
              </a:ext>
            </a:extLst>
          </p:cNvPr>
          <p:cNvCxnSpPr>
            <a:cxnSpLocks/>
          </p:cNvCxnSpPr>
          <p:nvPr/>
        </p:nvCxnSpPr>
        <p:spPr>
          <a:xfrm>
            <a:off x="363795" y="4101439"/>
            <a:ext cx="1025058" cy="816282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97E9E99-A4DC-DBBE-674A-FFCED108966C}"/>
              </a:ext>
            </a:extLst>
          </p:cNvPr>
          <p:cNvCxnSpPr>
            <a:cxnSpLocks/>
          </p:cNvCxnSpPr>
          <p:nvPr/>
        </p:nvCxnSpPr>
        <p:spPr>
          <a:xfrm>
            <a:off x="595223" y="4934309"/>
            <a:ext cx="426144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7FDAE091-C1ED-FD9C-A94D-026F76AA53D2}"/>
              </a:ext>
            </a:extLst>
          </p:cNvPr>
          <p:cNvSpPr/>
          <p:nvPr/>
        </p:nvSpPr>
        <p:spPr>
          <a:xfrm>
            <a:off x="4451230" y="3705289"/>
            <a:ext cx="759124" cy="1346257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F7E8988-D664-2B11-50A6-CC274AEC7DCF}"/>
              </a:ext>
            </a:extLst>
          </p:cNvPr>
          <p:cNvCxnSpPr>
            <a:cxnSpLocks/>
          </p:cNvCxnSpPr>
          <p:nvPr/>
        </p:nvCxnSpPr>
        <p:spPr>
          <a:xfrm flipV="1">
            <a:off x="2769080" y="3965083"/>
            <a:ext cx="1987478" cy="5654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730C3A0A-5482-6427-C553-5B4243A04CFA}"/>
              </a:ext>
            </a:extLst>
          </p:cNvPr>
          <p:cNvSpPr txBox="1"/>
          <p:nvPr/>
        </p:nvSpPr>
        <p:spPr>
          <a:xfrm>
            <a:off x="1742536" y="3329796"/>
            <a:ext cx="1509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interrupt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BC93A8-11A1-D447-4ECE-45080952FCA1}"/>
              </a:ext>
            </a:extLst>
          </p:cNvPr>
          <p:cNvSpPr txBox="1"/>
          <p:nvPr/>
        </p:nvSpPr>
        <p:spPr>
          <a:xfrm>
            <a:off x="4226944" y="3334109"/>
            <a:ext cx="3174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ISR: interrupt service routine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CE673A0-2798-5517-444D-3809C0B3C062}"/>
              </a:ext>
            </a:extLst>
          </p:cNvPr>
          <p:cNvCxnSpPr>
            <a:cxnSpLocks/>
          </p:cNvCxnSpPr>
          <p:nvPr/>
        </p:nvCxnSpPr>
        <p:spPr>
          <a:xfrm flipH="1">
            <a:off x="2416029" y="5015228"/>
            <a:ext cx="2599694" cy="363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3F8FF06-B7F3-4D70-4705-B39871901B37}"/>
              </a:ext>
            </a:extLst>
          </p:cNvPr>
          <p:cNvCxnSpPr>
            <a:cxnSpLocks/>
          </p:cNvCxnSpPr>
          <p:nvPr/>
        </p:nvCxnSpPr>
        <p:spPr>
          <a:xfrm>
            <a:off x="4977441" y="5366984"/>
            <a:ext cx="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587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6076378-B723-42A5-95C0-E9AC2F7CD3C8}"/>
              </a:ext>
            </a:extLst>
          </p:cNvPr>
          <p:cNvSpPr/>
          <p:nvPr/>
        </p:nvSpPr>
        <p:spPr>
          <a:xfrm>
            <a:off x="1199624" y="2571477"/>
            <a:ext cx="3456265" cy="19921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7C6C8D-7A5B-44B8-AC02-A0BD4F9965EC}"/>
              </a:ext>
            </a:extLst>
          </p:cNvPr>
          <p:cNvSpPr txBox="1"/>
          <p:nvPr/>
        </p:nvSpPr>
        <p:spPr>
          <a:xfrm>
            <a:off x="1551963" y="276837"/>
            <a:ext cx="21391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CPU</a:t>
            </a:r>
          </a:p>
          <a:p>
            <a:r>
              <a:rPr lang="en-US" dirty="0"/>
              <a:t>Core</a:t>
            </a:r>
          </a:p>
          <a:p>
            <a:r>
              <a:rPr lang="en-US" dirty="0"/>
              <a:t>SoC</a:t>
            </a:r>
          </a:p>
          <a:p>
            <a:r>
              <a:rPr lang="en-US" dirty="0" err="1"/>
              <a:t>uC-uP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BE7F57-CF4D-4DC0-B915-C50DD9E48CB9}"/>
              </a:ext>
            </a:extLst>
          </p:cNvPr>
          <p:cNvSpPr/>
          <p:nvPr/>
        </p:nvSpPr>
        <p:spPr>
          <a:xfrm>
            <a:off x="5715702" y="1167467"/>
            <a:ext cx="2986480" cy="185396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496834-3903-4ED1-9614-9E03C52F0741}"/>
              </a:ext>
            </a:extLst>
          </p:cNvPr>
          <p:cNvSpPr/>
          <p:nvPr/>
        </p:nvSpPr>
        <p:spPr>
          <a:xfrm>
            <a:off x="5715702" y="4991450"/>
            <a:ext cx="1473663" cy="117725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A68014-48F9-4D77-9AE4-457D3F0CF7F1}"/>
              </a:ext>
            </a:extLst>
          </p:cNvPr>
          <p:cNvSpPr/>
          <p:nvPr/>
        </p:nvSpPr>
        <p:spPr>
          <a:xfrm>
            <a:off x="7462011" y="4991450"/>
            <a:ext cx="1473663" cy="117725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A9A58-D0F2-4BFD-A1F1-533543FA61DB}"/>
              </a:ext>
            </a:extLst>
          </p:cNvPr>
          <p:cNvSpPr/>
          <p:nvPr/>
        </p:nvSpPr>
        <p:spPr>
          <a:xfrm>
            <a:off x="9468378" y="4991450"/>
            <a:ext cx="1473663" cy="117725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6F6055-282D-4340-88A5-215C968797CA}"/>
              </a:ext>
            </a:extLst>
          </p:cNvPr>
          <p:cNvSpPr txBox="1"/>
          <p:nvPr/>
        </p:nvSpPr>
        <p:spPr>
          <a:xfrm>
            <a:off x="2374084" y="2094450"/>
            <a:ext cx="1115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DAE247-67C2-4EA0-840A-6E23382ADCA3}"/>
              </a:ext>
            </a:extLst>
          </p:cNvPr>
          <p:cNvSpPr/>
          <p:nvPr/>
        </p:nvSpPr>
        <p:spPr>
          <a:xfrm>
            <a:off x="1551963" y="2768719"/>
            <a:ext cx="822121" cy="47957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Timer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EA5DED-D55C-41AD-84FF-A60B8DE43C6D}"/>
              </a:ext>
            </a:extLst>
          </p:cNvPr>
          <p:cNvSpPr/>
          <p:nvPr/>
        </p:nvSpPr>
        <p:spPr>
          <a:xfrm>
            <a:off x="2592897" y="2745156"/>
            <a:ext cx="822121" cy="47957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Debug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0E7B39F-2065-48EE-8C73-8937FAC8CEBC}"/>
              </a:ext>
            </a:extLst>
          </p:cNvPr>
          <p:cNvSpPr/>
          <p:nvPr/>
        </p:nvSpPr>
        <p:spPr>
          <a:xfrm>
            <a:off x="1440109" y="3503102"/>
            <a:ext cx="822121" cy="47957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NVIC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50E7F1-6DE7-4BA7-A9AA-3F4E76B7A971}"/>
              </a:ext>
            </a:extLst>
          </p:cNvPr>
          <p:cNvSpPr/>
          <p:nvPr/>
        </p:nvSpPr>
        <p:spPr>
          <a:xfrm>
            <a:off x="2667873" y="3982671"/>
            <a:ext cx="795558" cy="303607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328F0E-F061-4E9B-9C52-D1E2616E602D}"/>
              </a:ext>
            </a:extLst>
          </p:cNvPr>
          <p:cNvSpPr txBox="1"/>
          <p:nvPr/>
        </p:nvSpPr>
        <p:spPr>
          <a:xfrm>
            <a:off x="1317072" y="5076983"/>
            <a:ext cx="3112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STM32F103: 1 core</a:t>
            </a:r>
          </a:p>
          <a:p>
            <a:r>
              <a:rPr lang="en-US" dirty="0"/>
              <a:t>STM newest: multi-core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26AA0BB-25BE-40EF-BC90-1ABC575EB515}"/>
              </a:ext>
            </a:extLst>
          </p:cNvPr>
          <p:cNvSpPr/>
          <p:nvPr/>
        </p:nvSpPr>
        <p:spPr>
          <a:xfrm>
            <a:off x="3633832" y="2815412"/>
            <a:ext cx="822120" cy="40931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0DBA3F6-DEAC-42E0-96F9-F6EDE40D00E4}"/>
              </a:ext>
            </a:extLst>
          </p:cNvPr>
          <p:cNvSpPr/>
          <p:nvPr/>
        </p:nvSpPr>
        <p:spPr>
          <a:xfrm>
            <a:off x="3633830" y="3874866"/>
            <a:ext cx="795557" cy="40931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</a:t>
            </a:r>
          </a:p>
        </p:txBody>
      </p:sp>
    </p:spTree>
    <p:extLst>
      <p:ext uri="{BB962C8B-B14F-4D97-AF65-F5344CB8AC3E}">
        <p14:creationId xmlns:p14="http://schemas.microsoft.com/office/powerpoint/2010/main" val="19336269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6076378-B723-42A5-95C0-E9AC2F7CD3C8}"/>
              </a:ext>
            </a:extLst>
          </p:cNvPr>
          <p:cNvSpPr/>
          <p:nvPr/>
        </p:nvSpPr>
        <p:spPr>
          <a:xfrm>
            <a:off x="1199624" y="2571477"/>
            <a:ext cx="3456265" cy="199213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7C6C8D-7A5B-44B8-AC02-A0BD4F9965EC}"/>
              </a:ext>
            </a:extLst>
          </p:cNvPr>
          <p:cNvSpPr txBox="1"/>
          <p:nvPr/>
        </p:nvSpPr>
        <p:spPr>
          <a:xfrm>
            <a:off x="1551963" y="276837"/>
            <a:ext cx="21391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CPU</a:t>
            </a:r>
          </a:p>
          <a:p>
            <a:r>
              <a:rPr lang="en-US" dirty="0"/>
              <a:t>Core</a:t>
            </a:r>
          </a:p>
          <a:p>
            <a:r>
              <a:rPr lang="en-US" dirty="0"/>
              <a:t>SoC</a:t>
            </a:r>
          </a:p>
          <a:p>
            <a:r>
              <a:rPr lang="en-US" dirty="0" err="1"/>
              <a:t>uC-uP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496834-3903-4ED1-9614-9E03C52F0741}"/>
              </a:ext>
            </a:extLst>
          </p:cNvPr>
          <p:cNvSpPr/>
          <p:nvPr/>
        </p:nvSpPr>
        <p:spPr>
          <a:xfrm>
            <a:off x="6574703" y="1777855"/>
            <a:ext cx="1473663" cy="117725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A68014-48F9-4D77-9AE4-457D3F0CF7F1}"/>
              </a:ext>
            </a:extLst>
          </p:cNvPr>
          <p:cNvSpPr/>
          <p:nvPr/>
        </p:nvSpPr>
        <p:spPr>
          <a:xfrm>
            <a:off x="6613323" y="3459619"/>
            <a:ext cx="1473663" cy="117725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A9A58-D0F2-4BFD-A1F1-533543FA61DB}"/>
              </a:ext>
            </a:extLst>
          </p:cNvPr>
          <p:cNvSpPr/>
          <p:nvPr/>
        </p:nvSpPr>
        <p:spPr>
          <a:xfrm>
            <a:off x="6613323" y="5234731"/>
            <a:ext cx="1473663" cy="117725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I/O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6F6055-282D-4340-88A5-215C968797CA}"/>
              </a:ext>
            </a:extLst>
          </p:cNvPr>
          <p:cNvSpPr txBox="1"/>
          <p:nvPr/>
        </p:nvSpPr>
        <p:spPr>
          <a:xfrm>
            <a:off x="2374084" y="2094450"/>
            <a:ext cx="1115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SoC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0E7B39F-2065-48EE-8C73-8937FAC8CEBC}"/>
              </a:ext>
            </a:extLst>
          </p:cNvPr>
          <p:cNvSpPr/>
          <p:nvPr/>
        </p:nvSpPr>
        <p:spPr>
          <a:xfrm>
            <a:off x="3193846" y="3684638"/>
            <a:ext cx="1258348" cy="757106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NVIC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328F0E-F061-4E9B-9C52-D1E2616E602D}"/>
              </a:ext>
            </a:extLst>
          </p:cNvPr>
          <p:cNvSpPr txBox="1"/>
          <p:nvPr/>
        </p:nvSpPr>
        <p:spPr>
          <a:xfrm>
            <a:off x="1317072" y="5076983"/>
            <a:ext cx="3112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STM32F103: 1 core</a:t>
            </a:r>
          </a:p>
          <a:p>
            <a:r>
              <a:rPr lang="en-US" dirty="0"/>
              <a:t>STM newest: multi-core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26AA0BB-25BE-40EF-BC90-1ABC575EB515}"/>
              </a:ext>
            </a:extLst>
          </p:cNvPr>
          <p:cNvSpPr/>
          <p:nvPr/>
        </p:nvSpPr>
        <p:spPr>
          <a:xfrm>
            <a:off x="3299407" y="2702513"/>
            <a:ext cx="1047225" cy="75710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76D7A9-7FF3-4084-B5BB-229F10A2C7E1}"/>
              </a:ext>
            </a:extLst>
          </p:cNvPr>
          <p:cNvSpPr/>
          <p:nvPr/>
        </p:nvSpPr>
        <p:spPr>
          <a:xfrm>
            <a:off x="6194920" y="2233549"/>
            <a:ext cx="371914" cy="26586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D0D55F-CE63-4680-BF1A-FCEF39E8F568}"/>
              </a:ext>
            </a:extLst>
          </p:cNvPr>
          <p:cNvSpPr/>
          <p:nvPr/>
        </p:nvSpPr>
        <p:spPr>
          <a:xfrm>
            <a:off x="6148431" y="3861512"/>
            <a:ext cx="464892" cy="26586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BBF86F9-2B47-4A4A-8EFF-5B9C85C3AEA6}"/>
              </a:ext>
            </a:extLst>
          </p:cNvPr>
          <p:cNvSpPr/>
          <p:nvPr/>
        </p:nvSpPr>
        <p:spPr>
          <a:xfrm>
            <a:off x="6241409" y="5823358"/>
            <a:ext cx="371914" cy="26586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CEC217B-10F7-40C7-9E6B-70079FB571D0}"/>
              </a:ext>
            </a:extLst>
          </p:cNvPr>
          <p:cNvCxnSpPr>
            <a:cxnSpLocks/>
            <a:stCxn id="2" idx="1"/>
            <a:endCxn id="14" idx="3"/>
          </p:cNvCxnSpPr>
          <p:nvPr/>
        </p:nvCxnSpPr>
        <p:spPr>
          <a:xfrm flipH="1">
            <a:off x="4452194" y="2366482"/>
            <a:ext cx="1742726" cy="169670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D95D112-A3D4-4535-886F-7FF740D2D4B9}"/>
              </a:ext>
            </a:extLst>
          </p:cNvPr>
          <p:cNvCxnSpPr>
            <a:cxnSpLocks/>
            <a:stCxn id="20" idx="1"/>
            <a:endCxn id="14" idx="3"/>
          </p:cNvCxnSpPr>
          <p:nvPr/>
        </p:nvCxnSpPr>
        <p:spPr>
          <a:xfrm flipH="1">
            <a:off x="4452194" y="3994445"/>
            <a:ext cx="1696237" cy="687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19FEF4-9419-4425-B04F-A6D0174A182E}"/>
              </a:ext>
            </a:extLst>
          </p:cNvPr>
          <p:cNvCxnSpPr>
            <a:stCxn id="21" idx="2"/>
            <a:endCxn id="14" idx="3"/>
          </p:cNvCxnSpPr>
          <p:nvPr/>
        </p:nvCxnSpPr>
        <p:spPr>
          <a:xfrm flipH="1" flipV="1">
            <a:off x="4452194" y="4063191"/>
            <a:ext cx="1975172" cy="202603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F3EB1FC-6471-4290-AEA3-64B3782835BA}"/>
              </a:ext>
            </a:extLst>
          </p:cNvPr>
          <p:cNvSpPr txBox="1"/>
          <p:nvPr/>
        </p:nvSpPr>
        <p:spPr>
          <a:xfrm>
            <a:off x="8239388" y="2102684"/>
            <a:ext cx="1473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P1_Handler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143894E-DE04-48DA-976F-1B3C9B833882}"/>
              </a:ext>
            </a:extLst>
          </p:cNvPr>
          <p:cNvSpPr txBox="1"/>
          <p:nvPr/>
        </p:nvSpPr>
        <p:spPr>
          <a:xfrm>
            <a:off x="8272943" y="3739868"/>
            <a:ext cx="1473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P2_Handler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8A009A-3D99-4A24-BCB7-375BD69448E9}"/>
              </a:ext>
            </a:extLst>
          </p:cNvPr>
          <p:cNvSpPr txBox="1"/>
          <p:nvPr/>
        </p:nvSpPr>
        <p:spPr>
          <a:xfrm>
            <a:off x="8239388" y="5586959"/>
            <a:ext cx="1473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P3_Handler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2D84BC4-080F-4444-A01D-C84B22BFA4B6}"/>
              </a:ext>
            </a:extLst>
          </p:cNvPr>
          <p:cNvCxnSpPr>
            <a:stCxn id="14" idx="0"/>
            <a:endCxn id="18" idx="2"/>
          </p:cNvCxnSpPr>
          <p:nvPr/>
        </p:nvCxnSpPr>
        <p:spPr>
          <a:xfrm flipV="1">
            <a:off x="3823020" y="3459619"/>
            <a:ext cx="0" cy="2250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63E73C-300D-4EF3-9958-7DE551CC2B34}"/>
              </a:ext>
            </a:extLst>
          </p:cNvPr>
          <p:cNvCxnSpPr>
            <a:cxnSpLocks/>
          </p:cNvCxnSpPr>
          <p:nvPr/>
        </p:nvCxnSpPr>
        <p:spPr>
          <a:xfrm flipV="1">
            <a:off x="4290972" y="2304309"/>
            <a:ext cx="4000149" cy="730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ED88AB3-4899-4EA1-B3A5-A90782B54932}"/>
              </a:ext>
            </a:extLst>
          </p:cNvPr>
          <p:cNvSpPr txBox="1"/>
          <p:nvPr/>
        </p:nvSpPr>
        <p:spPr>
          <a:xfrm>
            <a:off x="4429387" y="553673"/>
            <a:ext cx="5561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NVIC = nested vector interrupt controller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7630B76-7EB3-476D-AB4F-20AE31196EFF}"/>
              </a:ext>
            </a:extLst>
          </p:cNvPr>
          <p:cNvSpPr txBox="1"/>
          <p:nvPr/>
        </p:nvSpPr>
        <p:spPr>
          <a:xfrm>
            <a:off x="9187170" y="818364"/>
            <a:ext cx="1777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P0_Handler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6E62821-110F-4E2D-B24A-08CA8A17425F}"/>
              </a:ext>
            </a:extLst>
          </p:cNvPr>
          <p:cNvCxnSpPr/>
          <p:nvPr/>
        </p:nvCxnSpPr>
        <p:spPr>
          <a:xfrm flipV="1">
            <a:off x="9381517" y="1169060"/>
            <a:ext cx="198711" cy="9777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12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5C57F-96E7-75A4-5EE2-1B589C84B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9AF99FC-BD54-97E8-0ACA-09D3C70AAF4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C0140CD-9ED8-D5DB-31DE-79598EBB5381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 dirty="0"/>
              <a:t>Lesson 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4FD01C-B1A2-6C34-BF8A-DBBC583ACDB9}"/>
              </a:ext>
            </a:extLst>
          </p:cNvPr>
          <p:cNvSpPr txBox="1"/>
          <p:nvPr/>
        </p:nvSpPr>
        <p:spPr>
          <a:xfrm>
            <a:off x="499933" y="2305050"/>
            <a:ext cx="10387142" cy="58477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How CPU communication with peripheral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658EC9-E305-9849-443E-4EDF83CDA166}"/>
              </a:ext>
            </a:extLst>
          </p:cNvPr>
          <p:cNvSpPr/>
          <p:nvPr/>
        </p:nvSpPr>
        <p:spPr>
          <a:xfrm>
            <a:off x="893689" y="3307408"/>
            <a:ext cx="1587260" cy="84538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928A7C-628D-288F-34E7-B67E1C4E83E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2480949" y="3730102"/>
            <a:ext cx="7332453" cy="1725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EE56B0A-CDA7-A9E3-DC3B-013CE63765FC}"/>
              </a:ext>
            </a:extLst>
          </p:cNvPr>
          <p:cNvSpPr/>
          <p:nvPr/>
        </p:nvSpPr>
        <p:spPr>
          <a:xfrm>
            <a:off x="3334466" y="4013620"/>
            <a:ext cx="1059255" cy="57170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Periph1</a:t>
            </a:r>
          </a:p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1A8696-FF3E-EF5C-F666-A804D2592400}"/>
              </a:ext>
            </a:extLst>
          </p:cNvPr>
          <p:cNvSpPr/>
          <p:nvPr/>
        </p:nvSpPr>
        <p:spPr>
          <a:xfrm>
            <a:off x="3334466" y="4723162"/>
            <a:ext cx="1138687" cy="4917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6DA6C3-0D49-8638-7109-929CD5717A48}"/>
              </a:ext>
            </a:extLst>
          </p:cNvPr>
          <p:cNvSpPr/>
          <p:nvPr/>
        </p:nvSpPr>
        <p:spPr>
          <a:xfrm>
            <a:off x="3136058" y="5400138"/>
            <a:ext cx="1138687" cy="63835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DC78FF9-39C9-1AA5-0945-50999A3EACB9}"/>
              </a:ext>
            </a:extLst>
          </p:cNvPr>
          <p:cNvSpPr/>
          <p:nvPr/>
        </p:nvSpPr>
        <p:spPr>
          <a:xfrm>
            <a:off x="3136058" y="6167890"/>
            <a:ext cx="1138687" cy="51994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63F65D2-55FD-59B9-BD65-7E47A21E2EEE}"/>
              </a:ext>
            </a:extLst>
          </p:cNvPr>
          <p:cNvSpPr/>
          <p:nvPr/>
        </p:nvSpPr>
        <p:spPr>
          <a:xfrm>
            <a:off x="1121298" y="5306437"/>
            <a:ext cx="784733" cy="7632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NVIC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3D328DE-0C3B-7FFB-2E5F-20414190B592}"/>
              </a:ext>
            </a:extLst>
          </p:cNvPr>
          <p:cNvCxnSpPr>
            <a:cxnSpLocks/>
          </p:cNvCxnSpPr>
          <p:nvPr/>
        </p:nvCxnSpPr>
        <p:spPr>
          <a:xfrm flipV="1">
            <a:off x="1889184" y="4152796"/>
            <a:ext cx="1445281" cy="141815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B20631C-B1A7-6D3A-1FD1-C00437BDB42A}"/>
              </a:ext>
            </a:extLst>
          </p:cNvPr>
          <p:cNvCxnSpPr>
            <a:cxnSpLocks/>
            <a:stCxn id="62" idx="3"/>
            <a:endCxn id="14" idx="1"/>
          </p:cNvCxnSpPr>
          <p:nvPr/>
        </p:nvCxnSpPr>
        <p:spPr>
          <a:xfrm>
            <a:off x="1906031" y="5688057"/>
            <a:ext cx="1230027" cy="31258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8D7F0F2-6F21-14FA-4397-47562179B810}"/>
              </a:ext>
            </a:extLst>
          </p:cNvPr>
          <p:cNvCxnSpPr>
            <a:cxnSpLocks/>
            <a:stCxn id="62" idx="3"/>
            <a:endCxn id="12" idx="1"/>
          </p:cNvCxnSpPr>
          <p:nvPr/>
        </p:nvCxnSpPr>
        <p:spPr>
          <a:xfrm flipV="1">
            <a:off x="1906031" y="4969015"/>
            <a:ext cx="1428435" cy="719042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CFAE99A0-8743-0367-149D-5772E627DFCA}"/>
              </a:ext>
            </a:extLst>
          </p:cNvPr>
          <p:cNvCxnSpPr>
            <a:cxnSpLocks/>
            <a:stCxn id="16" idx="1"/>
            <a:endCxn id="62" idx="3"/>
          </p:cNvCxnSpPr>
          <p:nvPr/>
        </p:nvCxnSpPr>
        <p:spPr>
          <a:xfrm flipH="1" flipV="1">
            <a:off x="1906031" y="5688057"/>
            <a:ext cx="1230027" cy="7398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EFBC435-177F-413D-1145-289A8785F9DD}"/>
              </a:ext>
            </a:extLst>
          </p:cNvPr>
          <p:cNvCxnSpPr>
            <a:cxnSpLocks/>
            <a:stCxn id="62" idx="0"/>
            <a:endCxn id="4" idx="2"/>
          </p:cNvCxnSpPr>
          <p:nvPr/>
        </p:nvCxnSpPr>
        <p:spPr>
          <a:xfrm flipV="1">
            <a:off x="1513665" y="4152796"/>
            <a:ext cx="173654" cy="115364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DFBA79C-824B-0228-7846-FE6B0A5C5457}"/>
              </a:ext>
            </a:extLst>
          </p:cNvPr>
          <p:cNvSpPr txBox="1"/>
          <p:nvPr/>
        </p:nvSpPr>
        <p:spPr>
          <a:xfrm>
            <a:off x="5055079" y="4057384"/>
            <a:ext cx="2915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Lower priority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363B968-ACB2-8BB7-6AF2-C572D96E7895}"/>
              </a:ext>
            </a:extLst>
          </p:cNvPr>
          <p:cNvSpPr/>
          <p:nvPr/>
        </p:nvSpPr>
        <p:spPr>
          <a:xfrm>
            <a:off x="4399471" y="4126908"/>
            <a:ext cx="405441" cy="2578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2F0405B-FB41-6EC8-228D-8172A9DBE152}"/>
              </a:ext>
            </a:extLst>
          </p:cNvPr>
          <p:cNvSpPr/>
          <p:nvPr/>
        </p:nvSpPr>
        <p:spPr>
          <a:xfrm>
            <a:off x="4473153" y="4764283"/>
            <a:ext cx="405441" cy="2578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5C27590-5BAF-90A0-6186-2D59440634DA}"/>
              </a:ext>
            </a:extLst>
          </p:cNvPr>
          <p:cNvSpPr txBox="1"/>
          <p:nvPr/>
        </p:nvSpPr>
        <p:spPr>
          <a:xfrm>
            <a:off x="5085087" y="4728734"/>
            <a:ext cx="2915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Highest priority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6E5CBC7-8E8D-E3A9-BC7B-549E1297C430}"/>
              </a:ext>
            </a:extLst>
          </p:cNvPr>
          <p:cNvCxnSpPr/>
          <p:nvPr/>
        </p:nvCxnSpPr>
        <p:spPr>
          <a:xfrm flipV="1">
            <a:off x="1820174" y="5098066"/>
            <a:ext cx="2079052" cy="302072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26EC5811-CA2C-77B0-C7B7-6F42BB51C97F}"/>
              </a:ext>
            </a:extLst>
          </p:cNvPr>
          <p:cNvCxnSpPr/>
          <p:nvPr/>
        </p:nvCxnSpPr>
        <p:spPr>
          <a:xfrm flipV="1">
            <a:off x="1889185" y="3631721"/>
            <a:ext cx="276900" cy="146634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5332F60-BE4C-1797-0D47-CF90E66C2B07}"/>
              </a:ext>
            </a:extLst>
          </p:cNvPr>
          <p:cNvCxnSpPr/>
          <p:nvPr/>
        </p:nvCxnSpPr>
        <p:spPr>
          <a:xfrm flipV="1">
            <a:off x="2152718" y="3230446"/>
            <a:ext cx="2305273" cy="1929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8449FBB7-861B-5684-2519-2CAC36F403B8}"/>
              </a:ext>
            </a:extLst>
          </p:cNvPr>
          <p:cNvSpPr txBox="1"/>
          <p:nvPr/>
        </p:nvSpPr>
        <p:spPr>
          <a:xfrm>
            <a:off x="4602192" y="2981217"/>
            <a:ext cx="1392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ISR</a:t>
            </a:r>
          </a:p>
        </p:txBody>
      </p:sp>
    </p:spTree>
    <p:extLst>
      <p:ext uri="{BB962C8B-B14F-4D97-AF65-F5344CB8AC3E}">
        <p14:creationId xmlns:p14="http://schemas.microsoft.com/office/powerpoint/2010/main" val="1146237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3E25-AEC7-3F14-8BCB-C7BF6FB32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431CF9A-44D6-81E3-D2A0-BC0525AE942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E82F3DE-EC80-3445-9BE4-8703C3B2EBAB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 dirty="0"/>
              <a:t>Lesson 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E61985-07BE-BAD9-10CD-EAF7C4891EF9}"/>
              </a:ext>
            </a:extLst>
          </p:cNvPr>
          <p:cNvSpPr txBox="1"/>
          <p:nvPr/>
        </p:nvSpPr>
        <p:spPr>
          <a:xfrm>
            <a:off x="499933" y="2305050"/>
            <a:ext cx="10387142" cy="58477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How CPU communication with peripheral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88AD8B-96F3-D1DC-4C03-7A9E3324963F}"/>
              </a:ext>
            </a:extLst>
          </p:cNvPr>
          <p:cNvSpPr/>
          <p:nvPr/>
        </p:nvSpPr>
        <p:spPr>
          <a:xfrm>
            <a:off x="893689" y="3380294"/>
            <a:ext cx="1392809" cy="77250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CPU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16B3D9-0CB4-AD92-DA17-E4A5F7FE878B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2286498" y="3747355"/>
            <a:ext cx="7526904" cy="1919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98BB75C4-CD48-16E4-997E-730E30A31DF9}"/>
              </a:ext>
            </a:extLst>
          </p:cNvPr>
          <p:cNvSpPr/>
          <p:nvPr/>
        </p:nvSpPr>
        <p:spPr>
          <a:xfrm>
            <a:off x="3334467" y="4062910"/>
            <a:ext cx="929488" cy="5224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Periph1</a:t>
            </a:r>
          </a:p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46113B-B41A-AF74-0C7B-F843CA0F50A4}"/>
              </a:ext>
            </a:extLst>
          </p:cNvPr>
          <p:cNvSpPr/>
          <p:nvPr/>
        </p:nvSpPr>
        <p:spPr>
          <a:xfrm>
            <a:off x="3334466" y="4765555"/>
            <a:ext cx="999189" cy="4493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99F7DC-9F47-AC4F-1724-245EC6D86AEE}"/>
              </a:ext>
            </a:extLst>
          </p:cNvPr>
          <p:cNvSpPr/>
          <p:nvPr/>
        </p:nvSpPr>
        <p:spPr>
          <a:xfrm>
            <a:off x="3136058" y="5455174"/>
            <a:ext cx="999189" cy="58331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F38176-BC9D-13A4-15EF-B3A3D0DCD89D}"/>
              </a:ext>
            </a:extLst>
          </p:cNvPr>
          <p:cNvSpPr/>
          <p:nvPr/>
        </p:nvSpPr>
        <p:spPr>
          <a:xfrm>
            <a:off x="3136058" y="6167890"/>
            <a:ext cx="1138687" cy="51994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Periph4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CE3B319-E216-80A9-AAA6-706CC6DFEC56}"/>
              </a:ext>
            </a:extLst>
          </p:cNvPr>
          <p:cNvSpPr/>
          <p:nvPr/>
        </p:nvSpPr>
        <p:spPr>
          <a:xfrm>
            <a:off x="1208553" y="4691543"/>
            <a:ext cx="840227" cy="1394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NVIC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17E5DCF-3549-4A82-62CA-1101ED8F19ED}"/>
              </a:ext>
            </a:extLst>
          </p:cNvPr>
          <p:cNvCxnSpPr>
            <a:cxnSpLocks/>
            <a:stCxn id="62" idx="3"/>
            <a:endCxn id="8" idx="1"/>
          </p:cNvCxnSpPr>
          <p:nvPr/>
        </p:nvCxnSpPr>
        <p:spPr>
          <a:xfrm flipV="1">
            <a:off x="2048780" y="4324116"/>
            <a:ext cx="1285687" cy="106486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9B297E4F-3FCC-097D-FCB2-7D2CF8128C63}"/>
              </a:ext>
            </a:extLst>
          </p:cNvPr>
          <p:cNvCxnSpPr>
            <a:cxnSpLocks/>
            <a:stCxn id="62" idx="3"/>
            <a:endCxn id="14" idx="1"/>
          </p:cNvCxnSpPr>
          <p:nvPr/>
        </p:nvCxnSpPr>
        <p:spPr>
          <a:xfrm>
            <a:off x="2048780" y="5388979"/>
            <a:ext cx="1087278" cy="3578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7822597-F9F2-4632-83C7-D57F9A381A25}"/>
              </a:ext>
            </a:extLst>
          </p:cNvPr>
          <p:cNvCxnSpPr>
            <a:cxnSpLocks/>
            <a:stCxn id="62" idx="3"/>
            <a:endCxn id="12" idx="1"/>
          </p:cNvCxnSpPr>
          <p:nvPr/>
        </p:nvCxnSpPr>
        <p:spPr>
          <a:xfrm flipV="1">
            <a:off x="2048780" y="4990211"/>
            <a:ext cx="1285686" cy="398768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AFBAED8-E31B-666B-BA76-410F33D72BC7}"/>
              </a:ext>
            </a:extLst>
          </p:cNvPr>
          <p:cNvCxnSpPr>
            <a:cxnSpLocks/>
            <a:stCxn id="16" idx="1"/>
            <a:endCxn id="62" idx="3"/>
          </p:cNvCxnSpPr>
          <p:nvPr/>
        </p:nvCxnSpPr>
        <p:spPr>
          <a:xfrm flipH="1" flipV="1">
            <a:off x="2048780" y="5388979"/>
            <a:ext cx="1087278" cy="103888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7C15F6D-CB7B-17DA-286C-CA092BB71EC9}"/>
              </a:ext>
            </a:extLst>
          </p:cNvPr>
          <p:cNvSpPr txBox="1"/>
          <p:nvPr/>
        </p:nvSpPr>
        <p:spPr>
          <a:xfrm>
            <a:off x="5055079" y="4057384"/>
            <a:ext cx="2915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Lower priority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A72680D-9C96-F451-44CD-147349D9E007}"/>
              </a:ext>
            </a:extLst>
          </p:cNvPr>
          <p:cNvSpPr/>
          <p:nvPr/>
        </p:nvSpPr>
        <p:spPr>
          <a:xfrm>
            <a:off x="4274745" y="4218641"/>
            <a:ext cx="355772" cy="2355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E325393-CFA9-F94D-3B72-1EB2B3D614AB}"/>
              </a:ext>
            </a:extLst>
          </p:cNvPr>
          <p:cNvSpPr/>
          <p:nvPr/>
        </p:nvSpPr>
        <p:spPr>
          <a:xfrm>
            <a:off x="4338436" y="4883323"/>
            <a:ext cx="355772" cy="2355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90283C6-6EF9-455A-1DCA-C514718CA2A8}"/>
              </a:ext>
            </a:extLst>
          </p:cNvPr>
          <p:cNvSpPr txBox="1"/>
          <p:nvPr/>
        </p:nvSpPr>
        <p:spPr>
          <a:xfrm>
            <a:off x="5085087" y="4728734"/>
            <a:ext cx="2915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Highest priority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BD08E94-9F35-071D-CB44-0130055042C4}"/>
              </a:ext>
            </a:extLst>
          </p:cNvPr>
          <p:cNvSpPr txBox="1"/>
          <p:nvPr/>
        </p:nvSpPr>
        <p:spPr>
          <a:xfrm>
            <a:off x="3635652" y="3572284"/>
            <a:ext cx="1392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ISR1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73284B-11F6-4B4A-F11D-B73C1BEDA355}"/>
              </a:ext>
            </a:extLst>
          </p:cNvPr>
          <p:cNvCxnSpPr/>
          <p:nvPr/>
        </p:nvCxnSpPr>
        <p:spPr>
          <a:xfrm flipV="1">
            <a:off x="1837426" y="3681160"/>
            <a:ext cx="132459" cy="14907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763C3F3-6836-0C4A-A234-9130A8F4359B}"/>
              </a:ext>
            </a:extLst>
          </p:cNvPr>
          <p:cNvSpPr txBox="1"/>
          <p:nvPr/>
        </p:nvSpPr>
        <p:spPr>
          <a:xfrm>
            <a:off x="3059822" y="4483671"/>
            <a:ext cx="1392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ISR2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AC684E5-3504-604F-5F76-96F013920F92}"/>
              </a:ext>
            </a:extLst>
          </p:cNvPr>
          <p:cNvCxnSpPr/>
          <p:nvPr/>
        </p:nvCxnSpPr>
        <p:spPr>
          <a:xfrm flipV="1">
            <a:off x="1955772" y="3271952"/>
            <a:ext cx="1304614" cy="3840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4E791465-CEAD-98CD-E6AF-333D7B3E7FB7}"/>
              </a:ext>
            </a:extLst>
          </p:cNvPr>
          <p:cNvSpPr/>
          <p:nvPr/>
        </p:nvSpPr>
        <p:spPr>
          <a:xfrm>
            <a:off x="3260386" y="3034891"/>
            <a:ext cx="874861" cy="44570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ISR?</a:t>
            </a:r>
          </a:p>
        </p:txBody>
      </p:sp>
    </p:spTree>
    <p:extLst>
      <p:ext uri="{BB962C8B-B14F-4D97-AF65-F5344CB8AC3E}">
        <p14:creationId xmlns:p14="http://schemas.microsoft.com/office/powerpoint/2010/main" val="108108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4. Q&amp;A</a:t>
            </a:r>
          </a:p>
        </p:txBody>
      </p:sp>
      <p:pic>
        <p:nvPicPr>
          <p:cNvPr id="4098" name="Picture 2" descr="Q And A Images – Browse 183,804 Stock Photos, Vectors, and Video | Adobe  Stock">
            <a:extLst>
              <a:ext uri="{FF2B5EF4-FFF2-40B4-BE49-F238E27FC236}">
                <a16:creationId xmlns:a16="http://schemas.microsoft.com/office/drawing/2014/main" id="{D3E842B5-2EEE-821D-4C9B-BD7789AC00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3588" y="2672032"/>
            <a:ext cx="780097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9702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716</TotalTime>
  <Words>151</Words>
  <Application>Microsoft Office PowerPoint</Application>
  <PresentationFormat>Widescreen</PresentationFormat>
  <Paragraphs>79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</dc:creator>
  <cp:lastModifiedBy>Kensin Himura</cp:lastModifiedBy>
  <cp:revision>284</cp:revision>
  <dcterms:created xsi:type="dcterms:W3CDTF">2024-01-20T03:37:02Z</dcterms:created>
  <dcterms:modified xsi:type="dcterms:W3CDTF">2025-09-30T14:03:04Z</dcterms:modified>
</cp:coreProperties>
</file>