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5" r:id="rId3"/>
    <p:sldId id="284" r:id="rId4"/>
    <p:sldId id="286" r:id="rId5"/>
    <p:sldId id="28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CFA0"/>
    <a:srgbClr val="EF9C66"/>
    <a:srgbClr val="F4DEB3"/>
    <a:srgbClr val="0D4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5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0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2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8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2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8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7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2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6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5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3AE87-C17F-4F2C-92FF-7FE21F8A66BE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6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Lesson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255454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Polling disadvantages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What is the interrupt?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Interrupt mechanism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Main blocks in STM32F103</a:t>
            </a:r>
          </a:p>
        </p:txBody>
      </p:sp>
    </p:spTree>
    <p:extLst>
      <p:ext uri="{BB962C8B-B14F-4D97-AF65-F5344CB8AC3E}">
        <p14:creationId xmlns:p14="http://schemas.microsoft.com/office/powerpoint/2010/main" val="382885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D68DB-25F3-1D3E-A9C2-AC660221B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CCA3D1-91CB-CAB8-F998-5AB055B174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B65CA7-C48B-A413-F0B0-AF4E98E42661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Lesson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E38D3F-9438-EF18-A5B2-43B14A7BE5DB}"/>
              </a:ext>
            </a:extLst>
          </p:cNvPr>
          <p:cNvSpPr txBox="1"/>
          <p:nvPr/>
        </p:nvSpPr>
        <p:spPr>
          <a:xfrm>
            <a:off x="499933" y="2308143"/>
            <a:ext cx="10387142" cy="58477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Interrupt idea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7C9168-FA57-BD4A-8792-5FD2884DEBA2}"/>
              </a:ext>
            </a:extLst>
          </p:cNvPr>
          <p:cNvSpPr/>
          <p:nvPr/>
        </p:nvSpPr>
        <p:spPr>
          <a:xfrm>
            <a:off x="1660316" y="3759351"/>
            <a:ext cx="1226028" cy="142335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Main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52AE1E7-CF80-0DA1-85EB-434D66589AF0}"/>
              </a:ext>
            </a:extLst>
          </p:cNvPr>
          <p:cNvCxnSpPr>
            <a:cxnSpLocks/>
          </p:cNvCxnSpPr>
          <p:nvPr/>
        </p:nvCxnSpPr>
        <p:spPr>
          <a:xfrm>
            <a:off x="1388853" y="3454879"/>
            <a:ext cx="0" cy="29588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16A00810-ED55-6E6F-8AC4-6D30C73DB1AE}"/>
              </a:ext>
            </a:extLst>
          </p:cNvPr>
          <p:cNvCxnSpPr>
            <a:cxnSpLocks/>
          </p:cNvCxnSpPr>
          <p:nvPr/>
        </p:nvCxnSpPr>
        <p:spPr>
          <a:xfrm>
            <a:off x="363795" y="4101439"/>
            <a:ext cx="1025058" cy="816282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97E9E99-A4DC-DBBE-674A-FFCED108966C}"/>
              </a:ext>
            </a:extLst>
          </p:cNvPr>
          <p:cNvCxnSpPr>
            <a:cxnSpLocks/>
          </p:cNvCxnSpPr>
          <p:nvPr/>
        </p:nvCxnSpPr>
        <p:spPr>
          <a:xfrm>
            <a:off x="595223" y="4934309"/>
            <a:ext cx="42614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7FDAE091-C1ED-FD9C-A94D-026F76AA53D2}"/>
              </a:ext>
            </a:extLst>
          </p:cNvPr>
          <p:cNvSpPr/>
          <p:nvPr/>
        </p:nvSpPr>
        <p:spPr>
          <a:xfrm>
            <a:off x="4451230" y="3705289"/>
            <a:ext cx="759124" cy="134625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F7E8988-D664-2B11-50A6-CC274AEC7DCF}"/>
              </a:ext>
            </a:extLst>
          </p:cNvPr>
          <p:cNvCxnSpPr/>
          <p:nvPr/>
        </p:nvCxnSpPr>
        <p:spPr>
          <a:xfrm flipV="1">
            <a:off x="2769080" y="4056041"/>
            <a:ext cx="2087592" cy="4744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30C3A0A-5482-6427-C553-5B4243A04CFA}"/>
              </a:ext>
            </a:extLst>
          </p:cNvPr>
          <p:cNvSpPr txBox="1"/>
          <p:nvPr/>
        </p:nvSpPr>
        <p:spPr>
          <a:xfrm>
            <a:off x="1742536" y="3329796"/>
            <a:ext cx="1509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interrupt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BC93A8-11A1-D447-4ECE-45080952FCA1}"/>
              </a:ext>
            </a:extLst>
          </p:cNvPr>
          <p:cNvSpPr txBox="1"/>
          <p:nvPr/>
        </p:nvSpPr>
        <p:spPr>
          <a:xfrm>
            <a:off x="4226944" y="3334109"/>
            <a:ext cx="317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ISR: interrupt service routine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CE673A0-2798-5517-444D-3809C0B3C062}"/>
              </a:ext>
            </a:extLst>
          </p:cNvPr>
          <p:cNvCxnSpPr>
            <a:cxnSpLocks/>
          </p:cNvCxnSpPr>
          <p:nvPr/>
        </p:nvCxnSpPr>
        <p:spPr>
          <a:xfrm flipH="1" flipV="1">
            <a:off x="2380355" y="4950898"/>
            <a:ext cx="2635367" cy="643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3F8FF06-B7F3-4D70-4705-B39871901B37}"/>
              </a:ext>
            </a:extLst>
          </p:cNvPr>
          <p:cNvCxnSpPr>
            <a:cxnSpLocks/>
          </p:cNvCxnSpPr>
          <p:nvPr/>
        </p:nvCxnSpPr>
        <p:spPr>
          <a:xfrm>
            <a:off x="4977441" y="5366984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587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5C57F-96E7-75A4-5EE2-1B589C84B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9AF99FC-BD54-97E8-0ACA-09D3C70AAF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0140CD-9ED8-D5DB-31DE-79598EBB5381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Lesson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4FD01C-B1A2-6C34-BF8A-DBBC583ACDB9}"/>
              </a:ext>
            </a:extLst>
          </p:cNvPr>
          <p:cNvSpPr txBox="1"/>
          <p:nvPr/>
        </p:nvSpPr>
        <p:spPr>
          <a:xfrm>
            <a:off x="499933" y="2305050"/>
            <a:ext cx="10387142" cy="58477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How CPU communication with peripheral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658EC9-E305-9849-443E-4EDF83CDA166}"/>
              </a:ext>
            </a:extLst>
          </p:cNvPr>
          <p:cNvSpPr/>
          <p:nvPr/>
        </p:nvSpPr>
        <p:spPr>
          <a:xfrm>
            <a:off x="893689" y="3307408"/>
            <a:ext cx="1587260" cy="84538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CPU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A928A7C-628D-288F-34E7-B67E1C4E83E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480949" y="3730102"/>
            <a:ext cx="7332453" cy="1725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EE56B0A-CDA7-A9E3-DC3B-013CE63765FC}"/>
              </a:ext>
            </a:extLst>
          </p:cNvPr>
          <p:cNvSpPr/>
          <p:nvPr/>
        </p:nvSpPr>
        <p:spPr>
          <a:xfrm>
            <a:off x="3334466" y="4013620"/>
            <a:ext cx="1059255" cy="57170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Periph1</a:t>
            </a:r>
          </a:p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1A8696-FF3E-EF5C-F666-A804D2592400}"/>
              </a:ext>
            </a:extLst>
          </p:cNvPr>
          <p:cNvSpPr/>
          <p:nvPr/>
        </p:nvSpPr>
        <p:spPr>
          <a:xfrm>
            <a:off x="3334466" y="4723162"/>
            <a:ext cx="1138687" cy="4917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Periph2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6DA6C3-0D49-8638-7109-929CD5717A48}"/>
              </a:ext>
            </a:extLst>
          </p:cNvPr>
          <p:cNvSpPr/>
          <p:nvPr/>
        </p:nvSpPr>
        <p:spPr>
          <a:xfrm>
            <a:off x="3136058" y="5400138"/>
            <a:ext cx="1138687" cy="63835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Periph3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C78FF9-39C9-1AA5-0945-50999A3EACB9}"/>
              </a:ext>
            </a:extLst>
          </p:cNvPr>
          <p:cNvSpPr/>
          <p:nvPr/>
        </p:nvSpPr>
        <p:spPr>
          <a:xfrm>
            <a:off x="3136058" y="6167890"/>
            <a:ext cx="1138687" cy="51994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Periph4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63F65D2-55FD-59B9-BD65-7E47A21E2EEE}"/>
              </a:ext>
            </a:extLst>
          </p:cNvPr>
          <p:cNvSpPr/>
          <p:nvPr/>
        </p:nvSpPr>
        <p:spPr>
          <a:xfrm>
            <a:off x="1104452" y="5336005"/>
            <a:ext cx="784733" cy="7632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NVIC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3D328DE-0C3B-7FFB-2E5F-20414190B592}"/>
              </a:ext>
            </a:extLst>
          </p:cNvPr>
          <p:cNvCxnSpPr>
            <a:cxnSpLocks/>
          </p:cNvCxnSpPr>
          <p:nvPr/>
        </p:nvCxnSpPr>
        <p:spPr>
          <a:xfrm flipV="1">
            <a:off x="1889184" y="4152796"/>
            <a:ext cx="1445281" cy="14181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B20631C-B1A7-6D3A-1FD1-C00437BDB42A}"/>
              </a:ext>
            </a:extLst>
          </p:cNvPr>
          <p:cNvCxnSpPr>
            <a:cxnSpLocks/>
            <a:stCxn id="62" idx="3"/>
            <a:endCxn id="14" idx="1"/>
          </p:cNvCxnSpPr>
          <p:nvPr/>
        </p:nvCxnSpPr>
        <p:spPr>
          <a:xfrm>
            <a:off x="1889185" y="5717625"/>
            <a:ext cx="1246873" cy="169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8D7F0F2-6F21-14FA-4397-47562179B810}"/>
              </a:ext>
            </a:extLst>
          </p:cNvPr>
          <p:cNvCxnSpPr>
            <a:cxnSpLocks/>
            <a:stCxn id="62" idx="3"/>
            <a:endCxn id="12" idx="1"/>
          </p:cNvCxnSpPr>
          <p:nvPr/>
        </p:nvCxnSpPr>
        <p:spPr>
          <a:xfrm flipV="1">
            <a:off x="1889185" y="4969015"/>
            <a:ext cx="1445281" cy="74861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FAE99A0-8743-0367-149D-5772E627DFCA}"/>
              </a:ext>
            </a:extLst>
          </p:cNvPr>
          <p:cNvCxnSpPr>
            <a:cxnSpLocks/>
            <a:stCxn id="16" idx="1"/>
            <a:endCxn id="62" idx="3"/>
          </p:cNvCxnSpPr>
          <p:nvPr/>
        </p:nvCxnSpPr>
        <p:spPr>
          <a:xfrm flipH="1" flipV="1">
            <a:off x="1889185" y="5717625"/>
            <a:ext cx="1246873" cy="7102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EFBC435-177F-413D-1145-289A8785F9DD}"/>
              </a:ext>
            </a:extLst>
          </p:cNvPr>
          <p:cNvCxnSpPr>
            <a:cxnSpLocks/>
            <a:stCxn id="62" idx="0"/>
            <a:endCxn id="4" idx="2"/>
          </p:cNvCxnSpPr>
          <p:nvPr/>
        </p:nvCxnSpPr>
        <p:spPr>
          <a:xfrm flipV="1">
            <a:off x="1496819" y="4152796"/>
            <a:ext cx="190500" cy="118320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FDFBA79C-824B-0228-7846-FE6B0A5C5457}"/>
              </a:ext>
            </a:extLst>
          </p:cNvPr>
          <p:cNvSpPr txBox="1"/>
          <p:nvPr/>
        </p:nvSpPr>
        <p:spPr>
          <a:xfrm>
            <a:off x="5055079" y="4057384"/>
            <a:ext cx="2915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Lower priority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363B968-ACB2-8BB7-6AF2-C572D96E7895}"/>
              </a:ext>
            </a:extLst>
          </p:cNvPr>
          <p:cNvSpPr/>
          <p:nvPr/>
        </p:nvSpPr>
        <p:spPr>
          <a:xfrm>
            <a:off x="4399472" y="4168894"/>
            <a:ext cx="405441" cy="2578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2F0405B-FB41-6EC8-228D-8172A9DBE152}"/>
              </a:ext>
            </a:extLst>
          </p:cNvPr>
          <p:cNvSpPr/>
          <p:nvPr/>
        </p:nvSpPr>
        <p:spPr>
          <a:xfrm>
            <a:off x="4473153" y="4840244"/>
            <a:ext cx="405441" cy="2578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5C27590-5BAF-90A0-6186-2D59440634DA}"/>
              </a:ext>
            </a:extLst>
          </p:cNvPr>
          <p:cNvSpPr txBox="1"/>
          <p:nvPr/>
        </p:nvSpPr>
        <p:spPr>
          <a:xfrm>
            <a:off x="5085087" y="4728734"/>
            <a:ext cx="2915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Highest priority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6E5CBC7-8E8D-E3A9-BC7B-549E1297C430}"/>
              </a:ext>
            </a:extLst>
          </p:cNvPr>
          <p:cNvCxnSpPr/>
          <p:nvPr/>
        </p:nvCxnSpPr>
        <p:spPr>
          <a:xfrm flipV="1">
            <a:off x="1820174" y="5098066"/>
            <a:ext cx="2079052" cy="30207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26EC5811-CA2C-77B0-C7B7-6F42BB51C97F}"/>
              </a:ext>
            </a:extLst>
          </p:cNvPr>
          <p:cNvCxnSpPr/>
          <p:nvPr/>
        </p:nvCxnSpPr>
        <p:spPr>
          <a:xfrm flipV="1">
            <a:off x="1889185" y="3631721"/>
            <a:ext cx="276900" cy="14663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05332F60-BE4C-1797-0D47-CF90E66C2B07}"/>
              </a:ext>
            </a:extLst>
          </p:cNvPr>
          <p:cNvCxnSpPr/>
          <p:nvPr/>
        </p:nvCxnSpPr>
        <p:spPr>
          <a:xfrm flipV="1">
            <a:off x="2152718" y="3230446"/>
            <a:ext cx="2305273" cy="192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8449FBB7-861B-5684-2519-2CAC36F403B8}"/>
              </a:ext>
            </a:extLst>
          </p:cNvPr>
          <p:cNvSpPr txBox="1"/>
          <p:nvPr/>
        </p:nvSpPr>
        <p:spPr>
          <a:xfrm>
            <a:off x="4602192" y="2981217"/>
            <a:ext cx="139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ISR</a:t>
            </a:r>
          </a:p>
        </p:txBody>
      </p:sp>
    </p:spTree>
    <p:extLst>
      <p:ext uri="{BB962C8B-B14F-4D97-AF65-F5344CB8AC3E}">
        <p14:creationId xmlns:p14="http://schemas.microsoft.com/office/powerpoint/2010/main" val="114623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93E25-AEC7-3F14-8BCB-C7BF6FB32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431CF9A-44D6-81E3-D2A0-BC0525AE94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82F3DE-EC80-3445-9BE4-8703C3B2EBAB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Lesson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E61985-07BE-BAD9-10CD-EAF7C4891EF9}"/>
              </a:ext>
            </a:extLst>
          </p:cNvPr>
          <p:cNvSpPr txBox="1"/>
          <p:nvPr/>
        </p:nvSpPr>
        <p:spPr>
          <a:xfrm>
            <a:off x="499933" y="2305050"/>
            <a:ext cx="10387142" cy="58477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How CPU communication with peripheral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88AD8B-96F3-D1DC-4C03-7A9E3324963F}"/>
              </a:ext>
            </a:extLst>
          </p:cNvPr>
          <p:cNvSpPr/>
          <p:nvPr/>
        </p:nvSpPr>
        <p:spPr>
          <a:xfrm>
            <a:off x="893689" y="3380294"/>
            <a:ext cx="1392809" cy="77250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CPU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616B3D9-0CB4-AD92-DA17-E4A5F7FE878B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2286498" y="3747355"/>
            <a:ext cx="7526904" cy="1919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8BB75C4-CD48-16E4-997E-730E30A31DF9}"/>
              </a:ext>
            </a:extLst>
          </p:cNvPr>
          <p:cNvSpPr/>
          <p:nvPr/>
        </p:nvSpPr>
        <p:spPr>
          <a:xfrm>
            <a:off x="3334467" y="4062910"/>
            <a:ext cx="929488" cy="52241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Periph1</a:t>
            </a:r>
          </a:p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46113B-B41A-AF74-0C7B-F843CA0F50A4}"/>
              </a:ext>
            </a:extLst>
          </p:cNvPr>
          <p:cNvSpPr/>
          <p:nvPr/>
        </p:nvSpPr>
        <p:spPr>
          <a:xfrm>
            <a:off x="3334466" y="4765555"/>
            <a:ext cx="999189" cy="44931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Periph2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99F7DC-9F47-AC4F-1724-245EC6D86AEE}"/>
              </a:ext>
            </a:extLst>
          </p:cNvPr>
          <p:cNvSpPr/>
          <p:nvPr/>
        </p:nvSpPr>
        <p:spPr>
          <a:xfrm>
            <a:off x="3136058" y="5455174"/>
            <a:ext cx="999189" cy="58331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Periph3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F38176-BC9D-13A4-15EF-B3A3D0DCD89D}"/>
              </a:ext>
            </a:extLst>
          </p:cNvPr>
          <p:cNvSpPr/>
          <p:nvPr/>
        </p:nvSpPr>
        <p:spPr>
          <a:xfrm>
            <a:off x="3136058" y="6167890"/>
            <a:ext cx="1138687" cy="51994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Periph4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CE3B319-E216-80A9-AAA6-706CC6DFEC56}"/>
              </a:ext>
            </a:extLst>
          </p:cNvPr>
          <p:cNvSpPr/>
          <p:nvPr/>
        </p:nvSpPr>
        <p:spPr>
          <a:xfrm>
            <a:off x="1208553" y="4691543"/>
            <a:ext cx="840227" cy="13948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NVIC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17E5DCF-3549-4A82-62CA-1101ED8F19ED}"/>
              </a:ext>
            </a:extLst>
          </p:cNvPr>
          <p:cNvCxnSpPr>
            <a:cxnSpLocks/>
            <a:stCxn id="62" idx="3"/>
            <a:endCxn id="8" idx="1"/>
          </p:cNvCxnSpPr>
          <p:nvPr/>
        </p:nvCxnSpPr>
        <p:spPr>
          <a:xfrm flipV="1">
            <a:off x="2048780" y="4324116"/>
            <a:ext cx="1285687" cy="106486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B297E4F-3FCC-097D-FCB2-7D2CF8128C63}"/>
              </a:ext>
            </a:extLst>
          </p:cNvPr>
          <p:cNvCxnSpPr>
            <a:cxnSpLocks/>
            <a:stCxn id="62" idx="3"/>
            <a:endCxn id="14" idx="1"/>
          </p:cNvCxnSpPr>
          <p:nvPr/>
        </p:nvCxnSpPr>
        <p:spPr>
          <a:xfrm>
            <a:off x="2048780" y="5388979"/>
            <a:ext cx="1087278" cy="35785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7822597-F9F2-4632-83C7-D57F9A381A25}"/>
              </a:ext>
            </a:extLst>
          </p:cNvPr>
          <p:cNvCxnSpPr>
            <a:cxnSpLocks/>
            <a:stCxn id="62" idx="3"/>
            <a:endCxn id="12" idx="1"/>
          </p:cNvCxnSpPr>
          <p:nvPr/>
        </p:nvCxnSpPr>
        <p:spPr>
          <a:xfrm flipV="1">
            <a:off x="2048780" y="4990211"/>
            <a:ext cx="1285686" cy="39876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AFBAED8-E31B-666B-BA76-410F33D72BC7}"/>
              </a:ext>
            </a:extLst>
          </p:cNvPr>
          <p:cNvCxnSpPr>
            <a:cxnSpLocks/>
            <a:stCxn id="16" idx="1"/>
            <a:endCxn id="62" idx="3"/>
          </p:cNvCxnSpPr>
          <p:nvPr/>
        </p:nvCxnSpPr>
        <p:spPr>
          <a:xfrm flipH="1" flipV="1">
            <a:off x="2048780" y="5388979"/>
            <a:ext cx="1087278" cy="1038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7C15F6D-CB7B-17DA-286C-CA092BB71EC9}"/>
              </a:ext>
            </a:extLst>
          </p:cNvPr>
          <p:cNvSpPr txBox="1"/>
          <p:nvPr/>
        </p:nvSpPr>
        <p:spPr>
          <a:xfrm>
            <a:off x="5055079" y="4057384"/>
            <a:ext cx="2915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Lower priority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A72680D-9C96-F451-44CD-147349D9E007}"/>
              </a:ext>
            </a:extLst>
          </p:cNvPr>
          <p:cNvSpPr/>
          <p:nvPr/>
        </p:nvSpPr>
        <p:spPr>
          <a:xfrm>
            <a:off x="4274745" y="4218641"/>
            <a:ext cx="355772" cy="2355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E325393-CFA9-F94D-3B72-1EB2B3D614AB}"/>
              </a:ext>
            </a:extLst>
          </p:cNvPr>
          <p:cNvSpPr/>
          <p:nvPr/>
        </p:nvSpPr>
        <p:spPr>
          <a:xfrm>
            <a:off x="4338436" y="4883323"/>
            <a:ext cx="355772" cy="2355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90283C6-6EF9-455A-1DCA-C514718CA2A8}"/>
              </a:ext>
            </a:extLst>
          </p:cNvPr>
          <p:cNvSpPr txBox="1"/>
          <p:nvPr/>
        </p:nvSpPr>
        <p:spPr>
          <a:xfrm>
            <a:off x="5085087" y="4728734"/>
            <a:ext cx="2915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Highest priority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BD08E94-9F35-071D-CB44-0130055042C4}"/>
              </a:ext>
            </a:extLst>
          </p:cNvPr>
          <p:cNvSpPr txBox="1"/>
          <p:nvPr/>
        </p:nvSpPr>
        <p:spPr>
          <a:xfrm>
            <a:off x="3635652" y="3572284"/>
            <a:ext cx="139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ISR1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073284B-11F6-4B4A-F11D-B73C1BEDA355}"/>
              </a:ext>
            </a:extLst>
          </p:cNvPr>
          <p:cNvCxnSpPr/>
          <p:nvPr/>
        </p:nvCxnSpPr>
        <p:spPr>
          <a:xfrm flipV="1">
            <a:off x="1837426" y="3681160"/>
            <a:ext cx="132459" cy="1490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763C3F3-6836-0C4A-A234-9130A8F4359B}"/>
              </a:ext>
            </a:extLst>
          </p:cNvPr>
          <p:cNvSpPr txBox="1"/>
          <p:nvPr/>
        </p:nvSpPr>
        <p:spPr>
          <a:xfrm>
            <a:off x="3059822" y="4483671"/>
            <a:ext cx="139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ISR2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AC684E5-3504-604F-5F76-96F013920F92}"/>
              </a:ext>
            </a:extLst>
          </p:cNvPr>
          <p:cNvCxnSpPr/>
          <p:nvPr/>
        </p:nvCxnSpPr>
        <p:spPr>
          <a:xfrm flipV="1">
            <a:off x="1955772" y="3271952"/>
            <a:ext cx="1304614" cy="384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E791465-CEAD-98CD-E6AF-333D7B3E7FB7}"/>
              </a:ext>
            </a:extLst>
          </p:cNvPr>
          <p:cNvSpPr/>
          <p:nvPr/>
        </p:nvSpPr>
        <p:spPr>
          <a:xfrm>
            <a:off x="3260386" y="3034891"/>
            <a:ext cx="874861" cy="44570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ISR?</a:t>
            </a:r>
          </a:p>
        </p:txBody>
      </p:sp>
    </p:spTree>
    <p:extLst>
      <p:ext uri="{BB962C8B-B14F-4D97-AF65-F5344CB8AC3E}">
        <p14:creationId xmlns:p14="http://schemas.microsoft.com/office/powerpoint/2010/main" val="108108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4. Q&amp;A</a:t>
            </a:r>
          </a:p>
        </p:txBody>
      </p:sp>
      <p:pic>
        <p:nvPicPr>
          <p:cNvPr id="4098" name="Picture 2" descr="Q And A Images – Browse 183,804 Stock Photos, Vectors, and Video | Adobe  Stock">
            <a:extLst>
              <a:ext uri="{FF2B5EF4-FFF2-40B4-BE49-F238E27FC236}">
                <a16:creationId xmlns:a16="http://schemas.microsoft.com/office/drawing/2014/main" id="{D3E842B5-2EEE-821D-4C9B-BD7789AC0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588" y="2672032"/>
            <a:ext cx="78009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970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599</TotalTime>
  <Words>75</Words>
  <Application>Microsoft Office PowerPoint</Application>
  <PresentationFormat>Widescreen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</dc:creator>
  <cp:lastModifiedBy>Kensin Himura</cp:lastModifiedBy>
  <cp:revision>278</cp:revision>
  <dcterms:created xsi:type="dcterms:W3CDTF">2024-01-20T03:37:02Z</dcterms:created>
  <dcterms:modified xsi:type="dcterms:W3CDTF">2025-02-13T14:22:35Z</dcterms:modified>
</cp:coreProperties>
</file>