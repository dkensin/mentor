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Cortex M3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78E9C-AF57-65BF-E74D-2F445E0288F3}"/>
              </a:ext>
            </a:extLst>
          </p:cNvPr>
          <p:cNvSpPr/>
          <p:nvPr/>
        </p:nvSpPr>
        <p:spPr>
          <a:xfrm>
            <a:off x="1249680" y="3647440"/>
            <a:ext cx="2773680" cy="28244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6D467-26D9-6EE4-3E8E-03C1C946B6A4}"/>
              </a:ext>
            </a:extLst>
          </p:cNvPr>
          <p:cNvSpPr/>
          <p:nvPr/>
        </p:nvSpPr>
        <p:spPr>
          <a:xfrm>
            <a:off x="1991360" y="3806445"/>
            <a:ext cx="1412240" cy="6804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4D05E-3DD7-FDF0-27D8-FE3BA5F8C456}"/>
              </a:ext>
            </a:extLst>
          </p:cNvPr>
          <p:cNvSpPr/>
          <p:nvPr/>
        </p:nvSpPr>
        <p:spPr>
          <a:xfrm>
            <a:off x="2061506" y="4632129"/>
            <a:ext cx="1198880" cy="5225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66F6-0D1F-0106-FA1D-85C90EF67829}"/>
              </a:ext>
            </a:extLst>
          </p:cNvPr>
          <p:cNvSpPr/>
          <p:nvPr/>
        </p:nvSpPr>
        <p:spPr>
          <a:xfrm>
            <a:off x="1991360" y="5451894"/>
            <a:ext cx="1330960" cy="68042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6DAA0-6EF0-E733-D423-EBF8999074DA}"/>
              </a:ext>
            </a:extLst>
          </p:cNvPr>
          <p:cNvSpPr/>
          <p:nvPr/>
        </p:nvSpPr>
        <p:spPr>
          <a:xfrm>
            <a:off x="5872481" y="3301999"/>
            <a:ext cx="5664200" cy="193040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D0A0A-8A14-7967-6BAC-4323EAE80C3A}"/>
              </a:ext>
            </a:extLst>
          </p:cNvPr>
          <p:cNvSpPr/>
          <p:nvPr/>
        </p:nvSpPr>
        <p:spPr>
          <a:xfrm>
            <a:off x="7236460" y="3663194"/>
            <a:ext cx="568960" cy="528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141643-0D34-9A2C-F323-6724CB2EE247}"/>
              </a:ext>
            </a:extLst>
          </p:cNvPr>
          <p:cNvCxnSpPr>
            <a:cxnSpLocks/>
          </p:cNvCxnSpPr>
          <p:nvPr/>
        </p:nvCxnSpPr>
        <p:spPr>
          <a:xfrm>
            <a:off x="4023360" y="5860455"/>
            <a:ext cx="7513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6319FBB-2234-59AC-21FD-E9370A37F18F}"/>
              </a:ext>
            </a:extLst>
          </p:cNvPr>
          <p:cNvSpPr/>
          <p:nvPr/>
        </p:nvSpPr>
        <p:spPr>
          <a:xfrm>
            <a:off x="8394700" y="3690786"/>
            <a:ext cx="568960" cy="528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828C17-56C9-AFFE-2A63-4FDD3BCF6892}"/>
              </a:ext>
            </a:extLst>
          </p:cNvPr>
          <p:cNvSpPr/>
          <p:nvPr/>
        </p:nvSpPr>
        <p:spPr>
          <a:xfrm>
            <a:off x="2697480" y="5567680"/>
            <a:ext cx="313986" cy="292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90E123-74E0-4D4F-3816-841056B60C7E}"/>
              </a:ext>
            </a:extLst>
          </p:cNvPr>
          <p:cNvSpPr/>
          <p:nvPr/>
        </p:nvSpPr>
        <p:spPr>
          <a:xfrm>
            <a:off x="3495040" y="3968176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4A8B1B-6D3A-DED4-1C9C-B703C09C2245}"/>
              </a:ext>
            </a:extLst>
          </p:cNvPr>
          <p:cNvSpPr/>
          <p:nvPr/>
        </p:nvSpPr>
        <p:spPr>
          <a:xfrm>
            <a:off x="3495040" y="4615497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31FFE2-C838-302D-2224-8E75506BB4C9}"/>
              </a:ext>
            </a:extLst>
          </p:cNvPr>
          <p:cNvSpPr/>
          <p:nvPr/>
        </p:nvSpPr>
        <p:spPr>
          <a:xfrm>
            <a:off x="3495040" y="5373112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33076E-EB62-C8EB-758D-D2387F4DD317}"/>
              </a:ext>
            </a:extLst>
          </p:cNvPr>
          <p:cNvSpPr/>
          <p:nvPr/>
        </p:nvSpPr>
        <p:spPr>
          <a:xfrm>
            <a:off x="3495040" y="6022984"/>
            <a:ext cx="975360" cy="539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AADEC8-EDEB-1787-F91A-D509C848480C}"/>
              </a:ext>
            </a:extLst>
          </p:cNvPr>
          <p:cNvSpPr/>
          <p:nvPr/>
        </p:nvSpPr>
        <p:spPr>
          <a:xfrm>
            <a:off x="9468167" y="3614586"/>
            <a:ext cx="914400" cy="680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3E8903-88BF-8837-0BD6-FC0ADDDF4F85}"/>
              </a:ext>
            </a:extLst>
          </p:cNvPr>
          <p:cNvSpPr/>
          <p:nvPr/>
        </p:nvSpPr>
        <p:spPr>
          <a:xfrm>
            <a:off x="4974907" y="3080883"/>
            <a:ext cx="592773" cy="3126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DF5337-A563-28DA-1B66-16CFD73339AD}"/>
              </a:ext>
            </a:extLst>
          </p:cNvPr>
          <p:cNvSpPr/>
          <p:nvPr/>
        </p:nvSpPr>
        <p:spPr>
          <a:xfrm>
            <a:off x="4923133" y="3088263"/>
            <a:ext cx="644547" cy="294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110088-B0F6-134F-2865-7688E93BEA23}"/>
              </a:ext>
            </a:extLst>
          </p:cNvPr>
          <p:cNvSpPr/>
          <p:nvPr/>
        </p:nvSpPr>
        <p:spPr>
          <a:xfrm>
            <a:off x="4949019" y="3382903"/>
            <a:ext cx="644547" cy="294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8BFA64-6C5F-8F3F-3F38-44180D889C2B}"/>
              </a:ext>
            </a:extLst>
          </p:cNvPr>
          <p:cNvSpPr/>
          <p:nvPr/>
        </p:nvSpPr>
        <p:spPr>
          <a:xfrm>
            <a:off x="4949019" y="3624886"/>
            <a:ext cx="644547" cy="294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D96628-BA3E-CE9F-C3DB-20D19B80B767}"/>
              </a:ext>
            </a:extLst>
          </p:cNvPr>
          <p:cNvSpPr/>
          <p:nvPr/>
        </p:nvSpPr>
        <p:spPr>
          <a:xfrm>
            <a:off x="4949018" y="3919526"/>
            <a:ext cx="644547" cy="4225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2516B5-0AA3-42D5-1CC4-1F170FD4F850}"/>
              </a:ext>
            </a:extLst>
          </p:cNvPr>
          <p:cNvCxnSpPr>
            <a:cxnSpLocks/>
          </p:cNvCxnSpPr>
          <p:nvPr/>
        </p:nvCxnSpPr>
        <p:spPr>
          <a:xfrm>
            <a:off x="4433655" y="5371757"/>
            <a:ext cx="2877651" cy="8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</TotalTime>
  <Words>21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286</cp:revision>
  <dcterms:created xsi:type="dcterms:W3CDTF">2024-01-20T03:37:02Z</dcterms:created>
  <dcterms:modified xsi:type="dcterms:W3CDTF">2025-03-13T14:04:46Z</dcterms:modified>
</cp:coreProperties>
</file>