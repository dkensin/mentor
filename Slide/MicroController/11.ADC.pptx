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85" r:id="rId4"/>
    <p:sldId id="286" r:id="rId5"/>
    <p:sldId id="28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CFA0"/>
    <a:srgbClr val="EF9C66"/>
    <a:srgbClr val="F4DEB3"/>
    <a:srgbClr val="0D4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4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5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0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2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8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2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8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75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2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6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52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3AE87-C17F-4F2C-92FF-7FE21F8A66B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6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Lesson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3" y="2305050"/>
            <a:ext cx="10387142" cy="3046988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What is ADC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Analog signal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Digital signal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Sample frequency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Resolution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ADC tree in STM32F103</a:t>
            </a:r>
          </a:p>
        </p:txBody>
      </p:sp>
    </p:spTree>
    <p:extLst>
      <p:ext uri="{BB962C8B-B14F-4D97-AF65-F5344CB8AC3E}">
        <p14:creationId xmlns:p14="http://schemas.microsoft.com/office/powerpoint/2010/main" val="382885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D018B-6BC6-B9FA-FD90-2A1A82515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83C3819-617A-2153-DBD8-9733CF5F77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F9CB739-FA69-EF3C-9A3E-1B16AB19CD46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Sample rate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FB5189-11E2-1DFF-AFBE-EE8BF65A9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0387" y="2318792"/>
            <a:ext cx="7194254" cy="424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070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3792A-9D04-32A3-BEA0-47D8E7213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09BC680-D665-88F7-276A-C99C14DF1C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2A1B59-8369-6F9A-E098-FDEDD3F950D9}"/>
              </a:ext>
            </a:extLst>
          </p:cNvPr>
          <p:cNvSpPr txBox="1"/>
          <p:nvPr/>
        </p:nvSpPr>
        <p:spPr>
          <a:xfrm>
            <a:off x="378013" y="1330779"/>
            <a:ext cx="4346387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ADC resolution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4901DA-F16C-0ED2-FCD0-44F27A22C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694" y="1249213"/>
            <a:ext cx="7114271" cy="5467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60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11C4D-A81E-76E9-8AAE-0C8B2D9AD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04CE5A-9152-0490-1AAD-A1CAB68ED9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C7EDB9-0ACF-1AE7-D662-B32EA9FEB1B0}"/>
              </a:ext>
            </a:extLst>
          </p:cNvPr>
          <p:cNvSpPr txBox="1"/>
          <p:nvPr/>
        </p:nvSpPr>
        <p:spPr>
          <a:xfrm>
            <a:off x="378013" y="1330779"/>
            <a:ext cx="3192501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ADC tree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A20C33-A346-004C-0F85-4F041CA28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111" y="1457666"/>
            <a:ext cx="7297633" cy="518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615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4. Q&amp;A</a:t>
            </a:r>
          </a:p>
        </p:txBody>
      </p:sp>
      <p:pic>
        <p:nvPicPr>
          <p:cNvPr id="4098" name="Picture 2" descr="Q And A Images – Browse 183,804 Stock Photos, Vectors, and Video | Adobe  Stock">
            <a:extLst>
              <a:ext uri="{FF2B5EF4-FFF2-40B4-BE49-F238E27FC236}">
                <a16:creationId xmlns:a16="http://schemas.microsoft.com/office/drawing/2014/main" id="{D3E842B5-2EEE-821D-4C9B-BD7789AC0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588" y="2672032"/>
            <a:ext cx="78009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970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606</TotalTime>
  <Words>27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Quan</dc:creator>
  <cp:lastModifiedBy>Bùi Thu Hiền</cp:lastModifiedBy>
  <cp:revision>284</cp:revision>
  <dcterms:created xsi:type="dcterms:W3CDTF">2024-01-20T03:37:02Z</dcterms:created>
  <dcterms:modified xsi:type="dcterms:W3CDTF">2025-02-27T11:18:42Z</dcterms:modified>
</cp:coreProperties>
</file>