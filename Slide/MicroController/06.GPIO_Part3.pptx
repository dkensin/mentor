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Install STM32CubeIDE 1.4.0 and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TURN_ON_LED – </a:t>
            </a:r>
            <a:r>
              <a:rPr lang="en-US" sz="3200"/>
              <a:t>first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GPIO: important register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422</TotalTime>
  <Words>24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200</cp:revision>
  <dcterms:created xsi:type="dcterms:W3CDTF">2024-01-20T03:37:02Z</dcterms:created>
  <dcterms:modified xsi:type="dcterms:W3CDTF">2025-02-01T13:06:24Z</dcterms:modified>
</cp:coreProperties>
</file>