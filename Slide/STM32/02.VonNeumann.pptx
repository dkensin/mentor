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21E5-985C-6D67-4C5C-9FFA6CFAC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A7C6A-436A-0099-F1D8-15AD2AE15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B250-1C7A-AEAD-A3B7-5864D76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AB16-3BBC-88A6-6F02-54F33081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D7E3-D15A-033E-D097-80054489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E427-7D5E-4DCD-8760-2033770B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7A17-65A2-F59B-0130-C5618999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90F64-7610-5274-3871-CA3C6FA1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2073D-987C-D26D-9EA6-3757D8D2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AF84-FCCB-7FB8-DE2D-36E58FE4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2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16B4-359C-F9EC-DF17-4C9C707E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6961C-6765-1401-EE6B-1C87337E8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EE55-0768-2CB2-22B5-6FAC3A48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7F651-8903-2EB3-B991-49039BE4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214E-42B1-7F8F-DFFB-B774C5F3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1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652A-A739-4F81-85C7-EDDD4824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036C-C115-2431-AD85-D66928829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61D31-71B9-2A06-530B-6BE0B3D9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A4BC2-AA94-E5E4-65CE-8D3922AB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DB51-1997-12C7-729C-89AB23D0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CE62E-8714-A580-CA05-6B11CC75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9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A5AD-CF63-00E7-B795-B3EA0199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0E8C-96E7-D3E5-83BD-66962250D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508DA-D3EE-EFD9-4269-775FAAD80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5294B-BA73-C1AB-EEDD-D5835B9EC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ABC9B-2A7B-A693-9A05-230619BAC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ED886-FB1B-EB80-5811-201F03FA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75A6A-AB55-09F5-EC04-8F573DF8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42044-4EF6-9591-D972-632CF10D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8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8BEF-B2FD-AA6F-6ED0-0CCD2075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3ECB5-4C6B-D975-0329-B65FBACD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CA3C0-4A76-1C48-1F03-774DBC24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E3DF3-792E-4CF8-67E3-3802C538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2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3FE7E-324C-BB0C-126E-EA8A9BB0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3E75D-DED6-63CD-524B-0A69F9DD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AE61E-3CF0-2BEC-8135-46EB66BC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5D8B-DA75-03E6-49DE-F39817BC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CE64-0B8E-9440-E1CD-3AF60407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6FE02-3B5C-442D-9F94-4EA96EF58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849E-0D47-796E-02DB-AD41C9EB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8E521-58A1-681C-B064-556517C1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0078B-99A4-0A45-6C13-5C5CF3AE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3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8E86-4F77-FD26-8A52-B87E79ED4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107B4-3E92-21BB-7131-F6103BD88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C95A5-6638-0802-3938-2D6C46AD1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D78BC-7317-ABD1-7401-9FB2FE83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10AC2-BF64-700E-1D0F-1A30871A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3ADFB-C386-C09F-665C-08838758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2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3C18-1577-E0E7-F3C0-2C632A20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3F177-5DAA-390E-F935-46F2703F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1B7C2-AF0D-E82B-4FBC-EB0DE3DC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DB1A3-C783-C995-B35A-D43545F5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88B5D-F41D-491F-5DE0-1A8D402F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4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16E5C-0612-8B34-A646-5CE91B225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8EF4-2D02-172F-96C4-B9635CAD5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E76D2-D9E0-8932-3CC1-E9247DA4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D78F9-4363-2C51-146E-CDE14934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4C4C2-AF3E-FD6E-FE32-7F81F844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2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76A2B-2CD3-1B8D-EE8A-84AB2F22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2BDC8-2386-7FED-FD59-C103CD01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4A050-7ECB-4922-A345-8751F8C01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6EE4A-4441-42C2-9290-E89E57CCAC53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12A66-698A-2C49-8A3B-B86FCCC68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5B3A6-BBDB-7CB9-79DF-25B0BAE8E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4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6077-2EF2-83A2-94E7-F3841F78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566CFD-ABA0-39C6-9247-713A10780A36}"/>
              </a:ext>
            </a:extLst>
          </p:cNvPr>
          <p:cNvSpPr/>
          <p:nvPr/>
        </p:nvSpPr>
        <p:spPr>
          <a:xfrm>
            <a:off x="1524000" y="2372032"/>
            <a:ext cx="1759974" cy="183617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D12FA-F3D6-2DC7-8B2D-508D75019663}"/>
              </a:ext>
            </a:extLst>
          </p:cNvPr>
          <p:cNvSpPr/>
          <p:nvPr/>
        </p:nvSpPr>
        <p:spPr>
          <a:xfrm>
            <a:off x="5820698" y="491615"/>
            <a:ext cx="2576050" cy="184354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F3E87-05F5-08A4-2ABF-C62242AF6BD2}"/>
              </a:ext>
            </a:extLst>
          </p:cNvPr>
          <p:cNvSpPr/>
          <p:nvPr/>
        </p:nvSpPr>
        <p:spPr>
          <a:xfrm>
            <a:off x="4586749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B5A01-7D28-B26E-AE28-E72E926531E3}"/>
              </a:ext>
            </a:extLst>
          </p:cNvPr>
          <p:cNvSpPr/>
          <p:nvPr/>
        </p:nvSpPr>
        <p:spPr>
          <a:xfrm>
            <a:off x="6233653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76E2D-C5E8-656F-A7AA-236B0F788494}"/>
              </a:ext>
            </a:extLst>
          </p:cNvPr>
          <p:cNvSpPr/>
          <p:nvPr/>
        </p:nvSpPr>
        <p:spPr>
          <a:xfrm>
            <a:off x="7880557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F86EE-F6A4-693F-3612-45A3BDBA1810}"/>
              </a:ext>
            </a:extLst>
          </p:cNvPr>
          <p:cNvSpPr/>
          <p:nvPr/>
        </p:nvSpPr>
        <p:spPr>
          <a:xfrm>
            <a:off x="9507796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46BD3F-FAC0-CAD1-AEA2-73033CB502AD}"/>
              </a:ext>
            </a:extLst>
          </p:cNvPr>
          <p:cNvCxnSpPr/>
          <p:nvPr/>
        </p:nvCxnSpPr>
        <p:spPr>
          <a:xfrm>
            <a:off x="3283974" y="2821858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7413D2-0247-E96F-4C9A-E8F87651AB11}"/>
              </a:ext>
            </a:extLst>
          </p:cNvPr>
          <p:cNvCxnSpPr/>
          <p:nvPr/>
        </p:nvCxnSpPr>
        <p:spPr>
          <a:xfrm>
            <a:off x="3283974" y="3220065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820B90-C6D6-2795-3661-6FB27DA33064}"/>
              </a:ext>
            </a:extLst>
          </p:cNvPr>
          <p:cNvCxnSpPr/>
          <p:nvPr/>
        </p:nvCxnSpPr>
        <p:spPr>
          <a:xfrm>
            <a:off x="3283974" y="3706761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2DE4E9-DC36-B0E4-4171-8C8E5F070218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7108723" y="2335163"/>
            <a:ext cx="29495" cy="501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5FA2A2-7482-E05A-B22B-C22FBE3F319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272549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B552A6-3153-1D1F-CE95-C54725D862D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919453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D2EFF2-020F-7577-1CB1-6811A732A2F5}"/>
              </a:ext>
            </a:extLst>
          </p:cNvPr>
          <p:cNvCxnSpPr>
            <a:cxnSpLocks/>
          </p:cNvCxnSpPr>
          <p:nvPr/>
        </p:nvCxnSpPr>
        <p:spPr>
          <a:xfrm>
            <a:off x="8556524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DF2B14-8ABF-EBD8-662B-1B24934EA98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193596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BF5E1D-6B26-8D9C-BABF-3D1351836C24}"/>
              </a:ext>
            </a:extLst>
          </p:cNvPr>
          <p:cNvSpPr txBox="1"/>
          <p:nvPr/>
        </p:nvSpPr>
        <p:spPr>
          <a:xfrm>
            <a:off x="10618838" y="249185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24A160-5257-2DD5-8C2F-66519898173F}"/>
              </a:ext>
            </a:extLst>
          </p:cNvPr>
          <p:cNvSpPr txBox="1"/>
          <p:nvPr/>
        </p:nvSpPr>
        <p:spPr>
          <a:xfrm>
            <a:off x="10618838" y="288791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46C4A0-DB29-47D2-30D7-64828C139FE5}"/>
              </a:ext>
            </a:extLst>
          </p:cNvPr>
          <p:cNvSpPr txBox="1"/>
          <p:nvPr/>
        </p:nvSpPr>
        <p:spPr>
          <a:xfrm>
            <a:off x="10648332" y="3377379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6E16E7-F6FE-C3A3-20BE-FDC8A393886C}"/>
              </a:ext>
            </a:extLst>
          </p:cNvPr>
          <p:cNvCxnSpPr/>
          <p:nvPr/>
        </p:nvCxnSpPr>
        <p:spPr>
          <a:xfrm>
            <a:off x="564371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888937-1D8B-41EE-DB99-B4661A332B1E}"/>
              </a:ext>
            </a:extLst>
          </p:cNvPr>
          <p:cNvCxnSpPr/>
          <p:nvPr/>
        </p:nvCxnSpPr>
        <p:spPr>
          <a:xfrm>
            <a:off x="6749845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FC86D2-4A49-3898-DE37-9FFD17F2A85F}"/>
              </a:ext>
            </a:extLst>
          </p:cNvPr>
          <p:cNvCxnSpPr/>
          <p:nvPr/>
        </p:nvCxnSpPr>
        <p:spPr>
          <a:xfrm>
            <a:off x="8396748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14D6-BD37-42A0-BC65-1C04C6BF52F4}"/>
              </a:ext>
            </a:extLst>
          </p:cNvPr>
          <p:cNvCxnSpPr/>
          <p:nvPr/>
        </p:nvCxnSpPr>
        <p:spPr>
          <a:xfrm>
            <a:off x="1002398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E6A037F-CEEA-9801-CBF0-189C3E16A264}"/>
              </a:ext>
            </a:extLst>
          </p:cNvPr>
          <p:cNvSpPr/>
          <p:nvPr/>
        </p:nvSpPr>
        <p:spPr>
          <a:xfrm>
            <a:off x="1622322" y="4485968"/>
            <a:ext cx="2278627" cy="231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79D9DED-7F88-C336-DDEA-120C23F59632}"/>
              </a:ext>
            </a:extLst>
          </p:cNvPr>
          <p:cNvCxnSpPr>
            <a:cxnSpLocks/>
            <a:stCxn id="2" idx="2"/>
            <a:endCxn id="43" idx="0"/>
          </p:cNvCxnSpPr>
          <p:nvPr/>
        </p:nvCxnSpPr>
        <p:spPr>
          <a:xfrm>
            <a:off x="2403987" y="4208206"/>
            <a:ext cx="357649" cy="277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A20DF5A-5D2D-82B8-0E84-535806D8E3F7}"/>
              </a:ext>
            </a:extLst>
          </p:cNvPr>
          <p:cNvSpPr/>
          <p:nvPr/>
        </p:nvSpPr>
        <p:spPr>
          <a:xfrm>
            <a:off x="2208570" y="4847305"/>
            <a:ext cx="970938" cy="462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81DDEA-39FD-1C04-A15F-6476E25C16BB}"/>
              </a:ext>
            </a:extLst>
          </p:cNvPr>
          <p:cNvSpPr/>
          <p:nvPr/>
        </p:nvSpPr>
        <p:spPr>
          <a:xfrm>
            <a:off x="2208570" y="5410200"/>
            <a:ext cx="970938" cy="4621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24A60B-10BC-A948-7FFB-81F5A106F9C3}"/>
              </a:ext>
            </a:extLst>
          </p:cNvPr>
          <p:cNvSpPr/>
          <p:nvPr/>
        </p:nvSpPr>
        <p:spPr>
          <a:xfrm>
            <a:off x="2015613" y="6037009"/>
            <a:ext cx="1386347" cy="532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</p:spTree>
    <p:extLst>
      <p:ext uri="{BB962C8B-B14F-4D97-AF65-F5344CB8AC3E}">
        <p14:creationId xmlns:p14="http://schemas.microsoft.com/office/powerpoint/2010/main" val="276839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0CF9-2C29-FBA5-EF00-5CBCE9A2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19E0E2-C218-DC36-956D-AE7515B26E3E}"/>
              </a:ext>
            </a:extLst>
          </p:cNvPr>
          <p:cNvSpPr/>
          <p:nvPr/>
        </p:nvSpPr>
        <p:spPr>
          <a:xfrm>
            <a:off x="1524000" y="2372031"/>
            <a:ext cx="1655507" cy="173785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34B55-ED8B-8633-CC00-C0993E4050EB}"/>
              </a:ext>
            </a:extLst>
          </p:cNvPr>
          <p:cNvSpPr/>
          <p:nvPr/>
        </p:nvSpPr>
        <p:spPr>
          <a:xfrm>
            <a:off x="6088012" y="307417"/>
            <a:ext cx="3785422" cy="165243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75607-22F7-5B4F-12BB-AF7C812A4587}"/>
              </a:ext>
            </a:extLst>
          </p:cNvPr>
          <p:cNvSpPr/>
          <p:nvPr/>
        </p:nvSpPr>
        <p:spPr>
          <a:xfrm>
            <a:off x="4586749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C0343-2E0F-5A13-E589-3092371A6937}"/>
              </a:ext>
            </a:extLst>
          </p:cNvPr>
          <p:cNvSpPr/>
          <p:nvPr/>
        </p:nvSpPr>
        <p:spPr>
          <a:xfrm>
            <a:off x="6233653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6BB38-8CDA-B48F-19FC-651675761E51}"/>
              </a:ext>
            </a:extLst>
          </p:cNvPr>
          <p:cNvSpPr/>
          <p:nvPr/>
        </p:nvSpPr>
        <p:spPr>
          <a:xfrm>
            <a:off x="7880557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C9CCCB-3951-AEBD-609E-ADEDC339D5FC}"/>
              </a:ext>
            </a:extLst>
          </p:cNvPr>
          <p:cNvSpPr/>
          <p:nvPr/>
        </p:nvSpPr>
        <p:spPr>
          <a:xfrm>
            <a:off x="9507796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FD699C-F261-B029-370A-547B8ADA51B5}"/>
              </a:ext>
            </a:extLst>
          </p:cNvPr>
          <p:cNvCxnSpPr/>
          <p:nvPr/>
        </p:nvCxnSpPr>
        <p:spPr>
          <a:xfrm>
            <a:off x="3283974" y="2821858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B1FD2C-7A33-87A3-EB97-DF244457E219}"/>
              </a:ext>
            </a:extLst>
          </p:cNvPr>
          <p:cNvCxnSpPr/>
          <p:nvPr/>
        </p:nvCxnSpPr>
        <p:spPr>
          <a:xfrm>
            <a:off x="3283974" y="3220065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CB0724-E84B-A4DC-BA51-5BB9956401D6}"/>
              </a:ext>
            </a:extLst>
          </p:cNvPr>
          <p:cNvCxnSpPr/>
          <p:nvPr/>
        </p:nvCxnSpPr>
        <p:spPr>
          <a:xfrm>
            <a:off x="3283974" y="3706761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C04214-67F2-8D58-1E1F-190B8827B858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7739833" y="1959854"/>
            <a:ext cx="240890" cy="717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C31902-AA8C-790B-0CC7-096EDB73B2C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272549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B2E8E5-4677-4F77-BFE9-B150298141D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919453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6B5F23-9EBD-87B7-3194-977599F90D2B}"/>
              </a:ext>
            </a:extLst>
          </p:cNvPr>
          <p:cNvCxnSpPr>
            <a:cxnSpLocks/>
          </p:cNvCxnSpPr>
          <p:nvPr/>
        </p:nvCxnSpPr>
        <p:spPr>
          <a:xfrm>
            <a:off x="8556524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39200E-FE49-54B1-3330-BB875E0D653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193596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589C7BA-655D-9BD4-D0A4-755CF067941C}"/>
              </a:ext>
            </a:extLst>
          </p:cNvPr>
          <p:cNvSpPr txBox="1"/>
          <p:nvPr/>
        </p:nvSpPr>
        <p:spPr>
          <a:xfrm>
            <a:off x="10618838" y="249185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3F306-E998-947E-9454-ECF4ACA3AA61}"/>
              </a:ext>
            </a:extLst>
          </p:cNvPr>
          <p:cNvSpPr txBox="1"/>
          <p:nvPr/>
        </p:nvSpPr>
        <p:spPr>
          <a:xfrm>
            <a:off x="10618838" y="288791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BE2C39-FF65-2785-1C9B-C7D2238043D0}"/>
              </a:ext>
            </a:extLst>
          </p:cNvPr>
          <p:cNvSpPr txBox="1"/>
          <p:nvPr/>
        </p:nvSpPr>
        <p:spPr>
          <a:xfrm>
            <a:off x="10648332" y="3377379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DA2714E-50BA-A244-9AD4-B891056E2617}"/>
              </a:ext>
            </a:extLst>
          </p:cNvPr>
          <p:cNvCxnSpPr/>
          <p:nvPr/>
        </p:nvCxnSpPr>
        <p:spPr>
          <a:xfrm>
            <a:off x="564371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4583AA-F586-0C07-4A43-5CAF34A13111}"/>
              </a:ext>
            </a:extLst>
          </p:cNvPr>
          <p:cNvCxnSpPr/>
          <p:nvPr/>
        </p:nvCxnSpPr>
        <p:spPr>
          <a:xfrm>
            <a:off x="6749845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6A9251-79EF-55C0-F6E4-BD316E159F89}"/>
              </a:ext>
            </a:extLst>
          </p:cNvPr>
          <p:cNvCxnSpPr/>
          <p:nvPr/>
        </p:nvCxnSpPr>
        <p:spPr>
          <a:xfrm>
            <a:off x="8396748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D73E6FC-D0A2-7D32-420C-F1C709107CAB}"/>
              </a:ext>
            </a:extLst>
          </p:cNvPr>
          <p:cNvCxnSpPr/>
          <p:nvPr/>
        </p:nvCxnSpPr>
        <p:spPr>
          <a:xfrm>
            <a:off x="1002398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2E03753-D95D-C802-F868-D275C537F5F3}"/>
              </a:ext>
            </a:extLst>
          </p:cNvPr>
          <p:cNvSpPr/>
          <p:nvPr/>
        </p:nvSpPr>
        <p:spPr>
          <a:xfrm>
            <a:off x="1622322" y="4485968"/>
            <a:ext cx="2278627" cy="231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A8DC5F-E2CE-A152-473F-0B8858FEB5B8}"/>
              </a:ext>
            </a:extLst>
          </p:cNvPr>
          <p:cNvCxnSpPr>
            <a:cxnSpLocks/>
            <a:stCxn id="2" idx="2"/>
            <a:endCxn id="43" idx="0"/>
          </p:cNvCxnSpPr>
          <p:nvPr/>
        </p:nvCxnSpPr>
        <p:spPr>
          <a:xfrm>
            <a:off x="2351754" y="4109882"/>
            <a:ext cx="409882" cy="376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98BF110-F80C-62A1-BD7C-31EC9826CB49}"/>
              </a:ext>
            </a:extLst>
          </p:cNvPr>
          <p:cNvSpPr/>
          <p:nvPr/>
        </p:nvSpPr>
        <p:spPr>
          <a:xfrm>
            <a:off x="2208570" y="4847305"/>
            <a:ext cx="970938" cy="462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524FAC-E1E4-8EA3-71C1-7B35773C376C}"/>
              </a:ext>
            </a:extLst>
          </p:cNvPr>
          <p:cNvSpPr/>
          <p:nvPr/>
        </p:nvSpPr>
        <p:spPr>
          <a:xfrm>
            <a:off x="2208570" y="5410200"/>
            <a:ext cx="970938" cy="4621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89C926-3696-7AB8-00D6-3105910FA7EB}"/>
              </a:ext>
            </a:extLst>
          </p:cNvPr>
          <p:cNvSpPr/>
          <p:nvPr/>
        </p:nvSpPr>
        <p:spPr>
          <a:xfrm>
            <a:off x="2008240" y="6010584"/>
            <a:ext cx="1602658" cy="585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DFAF31-B437-39E7-C703-6C64AC150839}"/>
              </a:ext>
            </a:extLst>
          </p:cNvPr>
          <p:cNvSpPr/>
          <p:nvPr/>
        </p:nvSpPr>
        <p:spPr>
          <a:xfrm>
            <a:off x="6169742" y="737419"/>
            <a:ext cx="1160205" cy="50143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FAE70-B9CF-496D-65BC-8DC3D24D8EEC}"/>
              </a:ext>
            </a:extLst>
          </p:cNvPr>
          <p:cNvSpPr/>
          <p:nvPr/>
        </p:nvSpPr>
        <p:spPr>
          <a:xfrm>
            <a:off x="7678991" y="737418"/>
            <a:ext cx="1425679" cy="10323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770E2-335B-1116-03D8-801EB446487A}"/>
              </a:ext>
            </a:extLst>
          </p:cNvPr>
          <p:cNvSpPr/>
          <p:nvPr/>
        </p:nvSpPr>
        <p:spPr>
          <a:xfrm>
            <a:off x="2587729" y="654160"/>
            <a:ext cx="1885948" cy="9116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  <a:p>
            <a:pPr algn="ctr"/>
            <a:r>
              <a:rPr lang="en-US" dirty="0"/>
              <a:t>.exe</a:t>
            </a:r>
          </a:p>
          <a:p>
            <a:pPr algn="ctr"/>
            <a:r>
              <a:rPr lang="en-US" dirty="0"/>
              <a:t>.elf</a:t>
            </a:r>
          </a:p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B54BE-A056-2D62-3C1A-672F5027E2F3}"/>
              </a:ext>
            </a:extLst>
          </p:cNvPr>
          <p:cNvSpPr/>
          <p:nvPr/>
        </p:nvSpPr>
        <p:spPr>
          <a:xfrm>
            <a:off x="8209935" y="1081548"/>
            <a:ext cx="614519" cy="290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87D188-D087-9B4C-D259-C97D1F349A88}"/>
              </a:ext>
            </a:extLst>
          </p:cNvPr>
          <p:cNvSpPr txBox="1"/>
          <p:nvPr/>
        </p:nvSpPr>
        <p:spPr>
          <a:xfrm>
            <a:off x="1927123" y="2517058"/>
            <a:ext cx="104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a + 1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DBD26A-E0F4-08A5-3445-841B7CE4D33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605253" y="1371600"/>
            <a:ext cx="911942" cy="1885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97C1E7-BD09-569B-4BC2-E1F721C7FB1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8517195" y="1371600"/>
            <a:ext cx="553065" cy="148958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CA8F8C-107E-5299-D66D-EFA2FABCA7B4}"/>
              </a:ext>
            </a:extLst>
          </p:cNvPr>
          <p:cNvCxnSpPr/>
          <p:nvPr/>
        </p:nvCxnSpPr>
        <p:spPr>
          <a:xfrm flipH="1">
            <a:off x="2969342" y="2886390"/>
            <a:ext cx="6032088" cy="340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01D38B6-07EF-A91D-5C2E-12A828A04C60}"/>
              </a:ext>
            </a:extLst>
          </p:cNvPr>
          <p:cNvSpPr/>
          <p:nvPr/>
        </p:nvSpPr>
        <p:spPr>
          <a:xfrm>
            <a:off x="2281697" y="6158067"/>
            <a:ext cx="614519" cy="2900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4A2A84-D95C-BF01-3E28-090E023DAFB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969342" y="2701724"/>
            <a:ext cx="4768649" cy="518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EF0850F-77BC-DE45-CA3C-8285076E9BF5}"/>
              </a:ext>
            </a:extLst>
          </p:cNvPr>
          <p:cNvCxnSpPr/>
          <p:nvPr/>
        </p:nvCxnSpPr>
        <p:spPr>
          <a:xfrm flipH="1">
            <a:off x="2375101" y="2848893"/>
            <a:ext cx="183742" cy="345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3DC1660-80AF-ABF9-530E-22E27630310A}"/>
              </a:ext>
            </a:extLst>
          </p:cNvPr>
          <p:cNvSpPr txBox="1"/>
          <p:nvPr/>
        </p:nvSpPr>
        <p:spPr>
          <a:xfrm>
            <a:off x="698090" y="1565787"/>
            <a:ext cx="377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Von-</a:t>
            </a:r>
            <a:r>
              <a:rPr lang="en-US" dirty="0" err="1"/>
              <a:t>neumann</a:t>
            </a:r>
            <a:r>
              <a:rPr lang="en-US" dirty="0"/>
              <a:t> bottle-neck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2F8D46-9AD1-FC1A-9CF1-06A45B0E5E64}"/>
              </a:ext>
            </a:extLst>
          </p:cNvPr>
          <p:cNvSpPr/>
          <p:nvPr/>
        </p:nvSpPr>
        <p:spPr>
          <a:xfrm>
            <a:off x="2555771" y="3436672"/>
            <a:ext cx="543848" cy="55122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D3A358-EBEB-3909-D71A-555A24ED594A}"/>
              </a:ext>
            </a:extLst>
          </p:cNvPr>
          <p:cNvSpPr/>
          <p:nvPr/>
        </p:nvSpPr>
        <p:spPr>
          <a:xfrm>
            <a:off x="4706882" y="2047257"/>
            <a:ext cx="685497" cy="531254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BE2D256-E94E-2617-FD5E-9E6580300BA5}"/>
              </a:ext>
            </a:extLst>
          </p:cNvPr>
          <p:cNvSpPr/>
          <p:nvPr/>
        </p:nvSpPr>
        <p:spPr>
          <a:xfrm>
            <a:off x="2582807" y="3537157"/>
            <a:ext cx="612060" cy="115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4799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5CE8-1B73-2A82-DA53-77C60D48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B839B5-1954-3537-8886-17FD0089B256}"/>
              </a:ext>
            </a:extLst>
          </p:cNvPr>
          <p:cNvSpPr txBox="1"/>
          <p:nvPr/>
        </p:nvSpPr>
        <p:spPr>
          <a:xfrm>
            <a:off x="806245" y="1848465"/>
            <a:ext cx="35691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Fcpu</a:t>
            </a:r>
            <a:r>
              <a:rPr lang="en-US" dirty="0"/>
              <a:t> &gt;&gt;&gt; F memory</a:t>
            </a:r>
          </a:p>
          <a:p>
            <a:pPr marL="342900" indent="-342900">
              <a:buAutoNum type="arabicPeriod"/>
            </a:pPr>
            <a:r>
              <a:rPr lang="en-US" dirty="0"/>
              <a:t>Trong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 -&gt; </a:t>
            </a:r>
            <a:r>
              <a:rPr lang="en-US" dirty="0" err="1"/>
              <a:t>cpu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chờ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Von Neuman bottle-neck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Problem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dirty="0"/>
          </a:p>
          <a:p>
            <a:r>
              <a:rPr lang="en-US" dirty="0"/>
              <a:t>Solutions?</a:t>
            </a:r>
          </a:p>
          <a:p>
            <a:pPr marL="342900" indent="-342900">
              <a:buAutoNum type="arabicPeriod"/>
            </a:pP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RAM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-&gt;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đắt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Cpu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-&gt;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-&gt; multi-thread</a:t>
            </a:r>
          </a:p>
          <a:p>
            <a:pPr marL="342900" indent="-342900">
              <a:buAutoNum type="arabicPeriod"/>
            </a:pPr>
            <a:r>
              <a:rPr lang="en-US" dirty="0"/>
              <a:t>Prefetch -&gt; cache</a:t>
            </a:r>
          </a:p>
          <a:p>
            <a:pPr marL="342900" indent="-342900">
              <a:buAutoNum type="arabicPeriod"/>
            </a:pPr>
            <a:r>
              <a:rPr lang="en-US" dirty="0"/>
              <a:t>Harvard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515AA-AB63-4A59-37BE-F6B1B46EE700}"/>
              </a:ext>
            </a:extLst>
          </p:cNvPr>
          <p:cNvSpPr/>
          <p:nvPr/>
        </p:nvSpPr>
        <p:spPr>
          <a:xfrm>
            <a:off x="3972232" y="1076633"/>
            <a:ext cx="1138541" cy="96370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Demo.exe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FE48DF-4089-EC0E-150B-056D699EBFB1}"/>
              </a:ext>
            </a:extLst>
          </p:cNvPr>
          <p:cNvSpPr/>
          <p:nvPr/>
        </p:nvSpPr>
        <p:spPr>
          <a:xfrm>
            <a:off x="4188542" y="3399504"/>
            <a:ext cx="3864077" cy="9637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B0C81-01AB-20BE-BDDE-E0919E4DB7FE}"/>
              </a:ext>
            </a:extLst>
          </p:cNvPr>
          <p:cNvSpPr/>
          <p:nvPr/>
        </p:nvSpPr>
        <p:spPr>
          <a:xfrm>
            <a:off x="6280355" y="1076633"/>
            <a:ext cx="1138541" cy="96370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Main.exe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DC75EE-93FD-AA10-7F78-AFF1FA58CFA4}"/>
              </a:ext>
            </a:extLst>
          </p:cNvPr>
          <p:cNvCxnSpPr>
            <a:cxnSpLocks/>
          </p:cNvCxnSpPr>
          <p:nvPr/>
        </p:nvCxnSpPr>
        <p:spPr>
          <a:xfrm>
            <a:off x="6865376" y="1673942"/>
            <a:ext cx="0" cy="1755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69885A-98CC-3045-7F13-119A8DF8FCD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41503" y="2040335"/>
            <a:ext cx="0" cy="131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E6E5DF7-6956-192E-B560-D7E352E348C6}"/>
              </a:ext>
            </a:extLst>
          </p:cNvPr>
          <p:cNvSpPr/>
          <p:nvPr/>
        </p:nvSpPr>
        <p:spPr>
          <a:xfrm>
            <a:off x="8406581" y="3399504"/>
            <a:ext cx="2969343" cy="96370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ROM/Flash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517887-9C7E-8167-02E6-C62DDFB0975E}"/>
              </a:ext>
            </a:extLst>
          </p:cNvPr>
          <p:cNvSpPr/>
          <p:nvPr/>
        </p:nvSpPr>
        <p:spPr>
          <a:xfrm>
            <a:off x="9462547" y="1076633"/>
            <a:ext cx="1138541" cy="96370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D3E924B-DF51-DCDC-244F-FC289D55C324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10009239" y="2040335"/>
            <a:ext cx="22579" cy="13886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37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C3AB-46AA-1EA7-0D83-82AE1BB7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5813B6-5752-1771-CBBC-32F2AB2FFE9A}"/>
              </a:ext>
            </a:extLst>
          </p:cNvPr>
          <p:cNvCxnSpPr/>
          <p:nvPr/>
        </p:nvCxnSpPr>
        <p:spPr>
          <a:xfrm flipV="1">
            <a:off x="2379406" y="275303"/>
            <a:ext cx="0" cy="4611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F845E75-41F5-45E8-D175-E592BD6D50AA}"/>
              </a:ext>
            </a:extLst>
          </p:cNvPr>
          <p:cNvSpPr/>
          <p:nvPr/>
        </p:nvSpPr>
        <p:spPr>
          <a:xfrm>
            <a:off x="4277032" y="3429000"/>
            <a:ext cx="2222091" cy="1044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Boot (bios)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430EC7-D310-2FC6-9D4D-2CF65B75F487}"/>
              </a:ext>
            </a:extLst>
          </p:cNvPr>
          <p:cNvSpPr/>
          <p:nvPr/>
        </p:nvSpPr>
        <p:spPr>
          <a:xfrm>
            <a:off x="7787148" y="3588774"/>
            <a:ext cx="2025446" cy="7570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ROM/Flash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C36C5D-AA9A-646E-14D4-B95276F8A7E9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 flipV="1">
            <a:off x="6499123" y="3951339"/>
            <a:ext cx="1288025" cy="15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D5309-ECA2-4BBA-C0F3-BA477ABAE41B}"/>
              </a:ext>
            </a:extLst>
          </p:cNvPr>
          <p:cNvSpPr/>
          <p:nvPr/>
        </p:nvSpPr>
        <p:spPr>
          <a:xfrm>
            <a:off x="4149213" y="1995948"/>
            <a:ext cx="2349908" cy="1044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8E9A5-EF71-C2BF-477D-85AECB165829}"/>
              </a:ext>
            </a:extLst>
          </p:cNvPr>
          <p:cNvSpPr/>
          <p:nvPr/>
        </p:nvSpPr>
        <p:spPr>
          <a:xfrm>
            <a:off x="7934632" y="2123768"/>
            <a:ext cx="1759974" cy="7570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24C2FD-29E1-D4E7-B240-5C3ED46A85A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6499121" y="2502310"/>
            <a:ext cx="1435511" cy="15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A901E7-C248-C5BD-FBFF-21F666886F2D}"/>
              </a:ext>
            </a:extLst>
          </p:cNvPr>
          <p:cNvCxnSpPr>
            <a:endCxn id="13" idx="1"/>
          </p:cNvCxnSpPr>
          <p:nvPr/>
        </p:nvCxnSpPr>
        <p:spPr>
          <a:xfrm>
            <a:off x="1111045" y="2518287"/>
            <a:ext cx="30381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084F877-0401-3658-E4BD-7B3C017F453D}"/>
              </a:ext>
            </a:extLst>
          </p:cNvPr>
          <p:cNvSpPr txBox="1"/>
          <p:nvPr/>
        </p:nvSpPr>
        <p:spPr>
          <a:xfrm>
            <a:off x="1111045" y="1848465"/>
            <a:ext cx="126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7CFB8-03DF-AC86-5573-C43303FDC676}"/>
              </a:ext>
            </a:extLst>
          </p:cNvPr>
          <p:cNvSpPr txBox="1"/>
          <p:nvPr/>
        </p:nvSpPr>
        <p:spPr>
          <a:xfrm>
            <a:off x="1091381" y="3758693"/>
            <a:ext cx="126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07B6D7-12DE-3499-2F24-D297E6EF34A4}"/>
              </a:ext>
            </a:extLst>
          </p:cNvPr>
          <p:cNvCxnSpPr>
            <a:stCxn id="8" idx="0"/>
            <a:endCxn id="13" idx="2"/>
          </p:cNvCxnSpPr>
          <p:nvPr/>
        </p:nvCxnSpPr>
        <p:spPr>
          <a:xfrm flipH="1" flipV="1">
            <a:off x="5324167" y="3040625"/>
            <a:ext cx="63911" cy="388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6405B7C-0AAD-A456-82A3-180A2F517487}"/>
              </a:ext>
            </a:extLst>
          </p:cNvPr>
          <p:cNvSpPr/>
          <p:nvPr/>
        </p:nvSpPr>
        <p:spPr>
          <a:xfrm>
            <a:off x="8268927" y="2301368"/>
            <a:ext cx="717755" cy="501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CB10AB-2CDC-F102-B189-E6667598F772}"/>
              </a:ext>
            </a:extLst>
          </p:cNvPr>
          <p:cNvSpPr/>
          <p:nvPr/>
        </p:nvSpPr>
        <p:spPr>
          <a:xfrm>
            <a:off x="4454013" y="5545394"/>
            <a:ext cx="717755" cy="501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7AD6D5-D3D1-051B-4A6C-4B869C014560}"/>
              </a:ext>
            </a:extLst>
          </p:cNvPr>
          <p:cNvSpPr/>
          <p:nvPr/>
        </p:nvSpPr>
        <p:spPr>
          <a:xfrm>
            <a:off x="5375787" y="5545394"/>
            <a:ext cx="717755" cy="501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4EE313-232F-5B07-B483-9A1B2869CD11}"/>
              </a:ext>
            </a:extLst>
          </p:cNvPr>
          <p:cNvSpPr txBox="1"/>
          <p:nvPr/>
        </p:nvSpPr>
        <p:spPr>
          <a:xfrm>
            <a:off x="5171768" y="678426"/>
            <a:ext cx="212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PC/Laptop</a:t>
            </a:r>
          </a:p>
        </p:txBody>
      </p:sp>
    </p:spTree>
    <p:extLst>
      <p:ext uri="{BB962C8B-B14F-4D97-AF65-F5344CB8AC3E}">
        <p14:creationId xmlns:p14="http://schemas.microsoft.com/office/powerpoint/2010/main" val="283911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79E3-663F-9D6D-EEA7-A2DD739C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CBFACAC-E2CE-AB41-8129-BCCA69EDB860}"/>
              </a:ext>
            </a:extLst>
          </p:cNvPr>
          <p:cNvSpPr txBox="1"/>
          <p:nvPr/>
        </p:nvSpPr>
        <p:spPr>
          <a:xfrm>
            <a:off x="5171768" y="678426"/>
            <a:ext cx="212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F197-CA26-481C-7B22-62C5F136632C}"/>
              </a:ext>
            </a:extLst>
          </p:cNvPr>
          <p:cNvSpPr/>
          <p:nvPr/>
        </p:nvSpPr>
        <p:spPr>
          <a:xfrm>
            <a:off x="8527026" y="1598248"/>
            <a:ext cx="2224549" cy="9679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Flash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B5E711-BBD6-F44A-E64E-BDEEA81B21DC}"/>
              </a:ext>
            </a:extLst>
          </p:cNvPr>
          <p:cNvSpPr/>
          <p:nvPr/>
        </p:nvSpPr>
        <p:spPr>
          <a:xfrm>
            <a:off x="7079227" y="3303640"/>
            <a:ext cx="2998838" cy="8750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620C2A-08BA-B8DF-D751-C221890341A8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322872" y="2011203"/>
            <a:ext cx="6204154" cy="71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27D1AF-6545-1D67-0FF9-0AFA40201219}"/>
              </a:ext>
            </a:extLst>
          </p:cNvPr>
          <p:cNvSpPr/>
          <p:nvPr/>
        </p:nvSpPr>
        <p:spPr>
          <a:xfrm>
            <a:off x="8527026" y="1565902"/>
            <a:ext cx="2224548" cy="15148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Blink_LED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F8DFFB-FFFC-91FD-59F4-43A379DC6EDF}"/>
              </a:ext>
            </a:extLst>
          </p:cNvPr>
          <p:cNvSpPr txBox="1"/>
          <p:nvPr/>
        </p:nvSpPr>
        <p:spPr>
          <a:xfrm>
            <a:off x="5171768" y="1391404"/>
            <a:ext cx="177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B1: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0AC04-B8AF-7C12-229F-A64F818C927C}"/>
              </a:ext>
            </a:extLst>
          </p:cNvPr>
          <p:cNvSpPr txBox="1"/>
          <p:nvPr/>
        </p:nvSpPr>
        <p:spPr>
          <a:xfrm>
            <a:off x="10240297" y="3532380"/>
            <a:ext cx="177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B2: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556055-D035-1B1A-C483-E175D309DF23}"/>
              </a:ext>
            </a:extLst>
          </p:cNvPr>
          <p:cNvSpPr/>
          <p:nvPr/>
        </p:nvSpPr>
        <p:spPr>
          <a:xfrm>
            <a:off x="1533832" y="914540"/>
            <a:ext cx="855407" cy="4768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7EFDB6-D95E-22B5-107E-3FB7197D886D}"/>
              </a:ext>
            </a:extLst>
          </p:cNvPr>
          <p:cNvCxnSpPr>
            <a:cxnSpLocks/>
            <a:stCxn id="15" idx="3"/>
            <a:endCxn id="2" idx="0"/>
          </p:cNvCxnSpPr>
          <p:nvPr/>
        </p:nvCxnSpPr>
        <p:spPr>
          <a:xfrm>
            <a:off x="2389239" y="1152972"/>
            <a:ext cx="7250062" cy="445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1BC52F-44E1-D4B5-594B-E8EFCBB9C58E}"/>
              </a:ext>
            </a:extLst>
          </p:cNvPr>
          <p:cNvCxnSpPr>
            <a:cxnSpLocks/>
          </p:cNvCxnSpPr>
          <p:nvPr/>
        </p:nvCxnSpPr>
        <p:spPr>
          <a:xfrm>
            <a:off x="9247852" y="2267297"/>
            <a:ext cx="38715" cy="12902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ED8E80B-41A2-1CF6-9277-DEEF89E2E666}"/>
              </a:ext>
            </a:extLst>
          </p:cNvPr>
          <p:cNvSpPr/>
          <p:nvPr/>
        </p:nvSpPr>
        <p:spPr>
          <a:xfrm>
            <a:off x="8561746" y="3526392"/>
            <a:ext cx="1356851" cy="4768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giặt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E597FB-65B5-7038-66F3-2DCE2F66B439}"/>
              </a:ext>
            </a:extLst>
          </p:cNvPr>
          <p:cNvSpPr txBox="1"/>
          <p:nvPr/>
        </p:nvSpPr>
        <p:spPr>
          <a:xfrm>
            <a:off x="10026446" y="1044818"/>
            <a:ext cx="100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C49E729-BE19-AC70-5797-0BB5CCA24F9A}"/>
              </a:ext>
            </a:extLst>
          </p:cNvPr>
          <p:cNvCxnSpPr/>
          <p:nvPr/>
        </p:nvCxnSpPr>
        <p:spPr>
          <a:xfrm flipV="1">
            <a:off x="7905135" y="2533873"/>
            <a:ext cx="3765755" cy="3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4399D20-2099-2A3D-5EFC-6CEE89CAD080}"/>
              </a:ext>
            </a:extLst>
          </p:cNvPr>
          <p:cNvCxnSpPr>
            <a:cxnSpLocks/>
          </p:cNvCxnSpPr>
          <p:nvPr/>
        </p:nvCxnSpPr>
        <p:spPr>
          <a:xfrm>
            <a:off x="8672052" y="1598248"/>
            <a:ext cx="0" cy="1000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5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78EF3-9B60-E8B6-2F6D-E5D92C97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DFB192-19FA-B319-F070-DA8CA5ACF696}"/>
              </a:ext>
            </a:extLst>
          </p:cNvPr>
          <p:cNvCxnSpPr>
            <a:cxnSpLocks/>
          </p:cNvCxnSpPr>
          <p:nvPr/>
        </p:nvCxnSpPr>
        <p:spPr>
          <a:xfrm>
            <a:off x="2467896" y="-108155"/>
            <a:ext cx="0" cy="3942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15D27B-49E8-4056-A042-31898A9DCFD9}"/>
              </a:ext>
            </a:extLst>
          </p:cNvPr>
          <p:cNvCxnSpPr>
            <a:cxnSpLocks/>
          </p:cNvCxnSpPr>
          <p:nvPr/>
        </p:nvCxnSpPr>
        <p:spPr>
          <a:xfrm>
            <a:off x="5761703" y="-334297"/>
            <a:ext cx="0" cy="425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81F7CD-11F0-1168-AB4C-6CF809A8E048}"/>
              </a:ext>
            </a:extLst>
          </p:cNvPr>
          <p:cNvSpPr txBox="1"/>
          <p:nvPr/>
        </p:nvSpPr>
        <p:spPr>
          <a:xfrm>
            <a:off x="776748" y="934065"/>
            <a:ext cx="101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094A1-CCC0-CAE2-EA6A-883269B72482}"/>
              </a:ext>
            </a:extLst>
          </p:cNvPr>
          <p:cNvSpPr txBox="1"/>
          <p:nvPr/>
        </p:nvSpPr>
        <p:spPr>
          <a:xfrm>
            <a:off x="3485536" y="1059738"/>
            <a:ext cx="101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Zalo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191B3-298C-41F8-F710-859E2BB04DC5}"/>
              </a:ext>
            </a:extLst>
          </p:cNvPr>
          <p:cNvSpPr txBox="1"/>
          <p:nvPr/>
        </p:nvSpPr>
        <p:spPr>
          <a:xfrm>
            <a:off x="6223820" y="1084942"/>
            <a:ext cx="147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PowerPoint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4953FF-56C0-117C-04C9-12CA80C45E08}"/>
              </a:ext>
            </a:extLst>
          </p:cNvPr>
          <p:cNvCxnSpPr/>
          <p:nvPr/>
        </p:nvCxnSpPr>
        <p:spPr>
          <a:xfrm>
            <a:off x="1283109" y="5250426"/>
            <a:ext cx="880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7340D2-0EF3-F370-0CD8-02586E630515}"/>
              </a:ext>
            </a:extLst>
          </p:cNvPr>
          <p:cNvSpPr txBox="1"/>
          <p:nvPr/>
        </p:nvSpPr>
        <p:spPr>
          <a:xfrm>
            <a:off x="9035845" y="4640826"/>
            <a:ext cx="865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pic>
        <p:nvPicPr>
          <p:cNvPr id="1026" name="Picture 2" descr="Xung clock là gì? Xung clock dùng để làm gì?">
            <a:extLst>
              <a:ext uri="{FF2B5EF4-FFF2-40B4-BE49-F238E27FC236}">
                <a16:creationId xmlns:a16="http://schemas.microsoft.com/office/drawing/2014/main" id="{9C8456F6-2342-4993-1CC4-DC6C3F3BC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869" y="5496245"/>
            <a:ext cx="7620000" cy="151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9315C83-5BF2-E17E-E7DD-39B2471C25FF}"/>
              </a:ext>
            </a:extLst>
          </p:cNvPr>
          <p:cNvSpPr txBox="1"/>
          <p:nvPr/>
        </p:nvSpPr>
        <p:spPr>
          <a:xfrm>
            <a:off x="609597" y="5459955"/>
            <a:ext cx="101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core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C978AD-3903-7938-BF4E-B3A55E706535}"/>
              </a:ext>
            </a:extLst>
          </p:cNvPr>
          <p:cNvSpPr/>
          <p:nvPr/>
        </p:nvSpPr>
        <p:spPr>
          <a:xfrm>
            <a:off x="776751" y="4464039"/>
            <a:ext cx="1691145" cy="6061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265E4-FDDC-20E3-0023-919AE5A1B013}"/>
              </a:ext>
            </a:extLst>
          </p:cNvPr>
          <p:cNvSpPr/>
          <p:nvPr/>
        </p:nvSpPr>
        <p:spPr>
          <a:xfrm>
            <a:off x="6096000" y="4536876"/>
            <a:ext cx="3023423" cy="6061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285D0A-EFF4-5DAA-AD6F-05370FAEC996}"/>
              </a:ext>
            </a:extLst>
          </p:cNvPr>
          <p:cNvSpPr/>
          <p:nvPr/>
        </p:nvSpPr>
        <p:spPr>
          <a:xfrm>
            <a:off x="2889446" y="4495718"/>
            <a:ext cx="3023423" cy="6061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Zalo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7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1731-5E77-A2E6-A7E8-D890D985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63F76B-2403-14BA-E987-A98ADF373682}"/>
              </a:ext>
            </a:extLst>
          </p:cNvPr>
          <p:cNvSpPr/>
          <p:nvPr/>
        </p:nvSpPr>
        <p:spPr>
          <a:xfrm>
            <a:off x="1524000" y="2289378"/>
            <a:ext cx="2281088" cy="182050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52A9CB-5D42-1525-E989-27E6533B1464}"/>
              </a:ext>
            </a:extLst>
          </p:cNvPr>
          <p:cNvSpPr/>
          <p:nvPr/>
        </p:nvSpPr>
        <p:spPr>
          <a:xfrm>
            <a:off x="1715728" y="931770"/>
            <a:ext cx="3313471" cy="72359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2F105-D5C9-528E-62B2-AA2A3A59EE31}"/>
              </a:ext>
            </a:extLst>
          </p:cNvPr>
          <p:cNvSpPr/>
          <p:nvPr/>
        </p:nvSpPr>
        <p:spPr>
          <a:xfrm>
            <a:off x="4586749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7EA85-4C04-DF4B-9353-AEE4CE8A18B9}"/>
              </a:ext>
            </a:extLst>
          </p:cNvPr>
          <p:cNvSpPr/>
          <p:nvPr/>
        </p:nvSpPr>
        <p:spPr>
          <a:xfrm>
            <a:off x="6233653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72C04E-A33E-B510-DD12-DEEF111CCB5D}"/>
              </a:ext>
            </a:extLst>
          </p:cNvPr>
          <p:cNvSpPr/>
          <p:nvPr/>
        </p:nvSpPr>
        <p:spPr>
          <a:xfrm>
            <a:off x="7880557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EFC3C-7FD3-C01D-D02E-E021CC4062A5}"/>
              </a:ext>
            </a:extLst>
          </p:cNvPr>
          <p:cNvSpPr/>
          <p:nvPr/>
        </p:nvSpPr>
        <p:spPr>
          <a:xfrm>
            <a:off x="9507796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E4372D-6258-749D-9E5A-423DDD7B309B}"/>
              </a:ext>
            </a:extLst>
          </p:cNvPr>
          <p:cNvCxnSpPr>
            <a:cxnSpLocks/>
          </p:cNvCxnSpPr>
          <p:nvPr/>
        </p:nvCxnSpPr>
        <p:spPr>
          <a:xfrm>
            <a:off x="3158616" y="2821858"/>
            <a:ext cx="798133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54E685-6DF1-679A-9053-307B090C992C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05088" y="3199630"/>
            <a:ext cx="7334860" cy="2043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2DF275-2387-3190-5387-81B82FE4EE46}"/>
              </a:ext>
            </a:extLst>
          </p:cNvPr>
          <p:cNvCxnSpPr>
            <a:cxnSpLocks/>
          </p:cNvCxnSpPr>
          <p:nvPr/>
        </p:nvCxnSpPr>
        <p:spPr>
          <a:xfrm>
            <a:off x="3158616" y="3706761"/>
            <a:ext cx="798133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6FA360-0F4D-2C4A-2857-F8C461C43D7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272549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AE0826-EB36-8BC4-B2E6-B99044BD91B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919453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395884-CE0A-E347-2236-B3E5107FD641}"/>
              </a:ext>
            </a:extLst>
          </p:cNvPr>
          <p:cNvCxnSpPr>
            <a:cxnSpLocks/>
          </p:cNvCxnSpPr>
          <p:nvPr/>
        </p:nvCxnSpPr>
        <p:spPr>
          <a:xfrm>
            <a:off x="8556524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32F35B-F297-B0B6-E1EE-DDCBDBC3368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193596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50A1F02-F07F-9EFD-A28D-858C41E0618C}"/>
              </a:ext>
            </a:extLst>
          </p:cNvPr>
          <p:cNvSpPr txBox="1"/>
          <p:nvPr/>
        </p:nvSpPr>
        <p:spPr>
          <a:xfrm>
            <a:off x="10618838" y="249185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3E556D-EDB8-107F-6769-C547B0DD7BED}"/>
              </a:ext>
            </a:extLst>
          </p:cNvPr>
          <p:cNvSpPr txBox="1"/>
          <p:nvPr/>
        </p:nvSpPr>
        <p:spPr>
          <a:xfrm>
            <a:off x="10618838" y="288791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E61AED-379E-F910-300C-81BAC268D88D}"/>
              </a:ext>
            </a:extLst>
          </p:cNvPr>
          <p:cNvSpPr txBox="1"/>
          <p:nvPr/>
        </p:nvSpPr>
        <p:spPr>
          <a:xfrm>
            <a:off x="10648332" y="3377379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236D8D-61D3-442A-5520-443180DF585B}"/>
              </a:ext>
            </a:extLst>
          </p:cNvPr>
          <p:cNvCxnSpPr/>
          <p:nvPr/>
        </p:nvCxnSpPr>
        <p:spPr>
          <a:xfrm>
            <a:off x="564371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55EF86-3941-3E1C-317F-87C56B410840}"/>
              </a:ext>
            </a:extLst>
          </p:cNvPr>
          <p:cNvCxnSpPr/>
          <p:nvPr/>
        </p:nvCxnSpPr>
        <p:spPr>
          <a:xfrm>
            <a:off x="6749845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A8358B-965F-7C3F-6892-FAA5B401E9F6}"/>
              </a:ext>
            </a:extLst>
          </p:cNvPr>
          <p:cNvCxnSpPr/>
          <p:nvPr/>
        </p:nvCxnSpPr>
        <p:spPr>
          <a:xfrm>
            <a:off x="8396748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35CDADA-EC37-CEA4-88EA-582924111392}"/>
              </a:ext>
            </a:extLst>
          </p:cNvPr>
          <p:cNvCxnSpPr/>
          <p:nvPr/>
        </p:nvCxnSpPr>
        <p:spPr>
          <a:xfrm>
            <a:off x="1002398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0C5025-A8AF-14E1-4E8E-1EFA67C834D9}"/>
              </a:ext>
            </a:extLst>
          </p:cNvPr>
          <p:cNvSpPr txBox="1"/>
          <p:nvPr/>
        </p:nvSpPr>
        <p:spPr>
          <a:xfrm>
            <a:off x="1927123" y="2517058"/>
            <a:ext cx="104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a + 1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51B4AB-02DC-B7C5-DBFD-A68F56E7B9AF}"/>
              </a:ext>
            </a:extLst>
          </p:cNvPr>
          <p:cNvSpPr/>
          <p:nvPr/>
        </p:nvSpPr>
        <p:spPr>
          <a:xfrm>
            <a:off x="1101216" y="5124755"/>
            <a:ext cx="3357714" cy="978926"/>
          </a:xfrm>
          <a:prstGeom prst="rect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96E6A4-A245-CB4E-5292-A3B6001B08AA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flipV="1">
            <a:off x="2664544" y="1655361"/>
            <a:ext cx="707920" cy="6340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59FD68-0C30-B8C6-8E40-FCA55D676F84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2664544" y="4109882"/>
            <a:ext cx="115529" cy="1014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B20B23-E498-0EEC-7D85-793E226C058E}"/>
              </a:ext>
            </a:extLst>
          </p:cNvPr>
          <p:cNvCxnSpPr/>
          <p:nvPr/>
        </p:nvCxnSpPr>
        <p:spPr>
          <a:xfrm>
            <a:off x="2821858" y="4999703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758E68-F73D-4A65-D838-FEDBEC01AAFF}"/>
              </a:ext>
            </a:extLst>
          </p:cNvPr>
          <p:cNvSpPr txBox="1"/>
          <p:nvPr/>
        </p:nvSpPr>
        <p:spPr>
          <a:xfrm>
            <a:off x="417872" y="2749415"/>
            <a:ext cx="1037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endParaRPr lang="en-US" dirty="0"/>
          </a:p>
          <a:p>
            <a:r>
              <a:rPr lang="en-US" dirty="0"/>
              <a:t>Sync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4DE68B1-2B84-5148-AE64-E44933CCA255}"/>
              </a:ext>
            </a:extLst>
          </p:cNvPr>
          <p:cNvCxnSpPr/>
          <p:nvPr/>
        </p:nvCxnSpPr>
        <p:spPr>
          <a:xfrm flipV="1">
            <a:off x="2841523" y="1565787"/>
            <a:ext cx="442451" cy="80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0002DB-A349-4A6E-BD65-83C236617999}"/>
              </a:ext>
            </a:extLst>
          </p:cNvPr>
          <p:cNvCxnSpPr/>
          <p:nvPr/>
        </p:nvCxnSpPr>
        <p:spPr>
          <a:xfrm>
            <a:off x="2799739" y="4082670"/>
            <a:ext cx="717754" cy="1067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42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203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Bùi Thu Hiền</dc:creator>
  <cp:lastModifiedBy>Bùi Thu Hiền</cp:lastModifiedBy>
  <cp:revision>36</cp:revision>
  <dcterms:created xsi:type="dcterms:W3CDTF">2024-12-24T11:28:00Z</dcterms:created>
  <dcterms:modified xsi:type="dcterms:W3CDTF">2024-12-26T11:00:36Z</dcterms:modified>
</cp:coreProperties>
</file>