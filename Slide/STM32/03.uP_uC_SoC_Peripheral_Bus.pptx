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6" r:id="rId4"/>
    <p:sldId id="290" r:id="rId5"/>
    <p:sldId id="291" r:id="rId6"/>
    <p:sldId id="288" r:id="rId7"/>
    <p:sldId id="289" r:id="rId8"/>
    <p:sldId id="287" r:id="rId9"/>
    <p:sldId id="292" r:id="rId10"/>
    <p:sldId id="293" r:id="rId11"/>
    <p:sldId id="294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uC</a:t>
            </a:r>
            <a:r>
              <a:rPr lang="en-US" sz="3200" dirty="0"/>
              <a:t>, </a:t>
            </a:r>
            <a:r>
              <a:rPr lang="en-US" sz="3200" dirty="0" err="1"/>
              <a:t>uP</a:t>
            </a:r>
            <a:r>
              <a:rPr lang="en-US" sz="3200" dirty="0"/>
              <a:t> vs SoC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Peripheral design understand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About stm32f103c8t6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EED9C-8ABA-D420-6EBA-AF2C7FCCC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C120354-910D-B7C1-4A2F-796183DB7BCD}"/>
              </a:ext>
            </a:extLst>
          </p:cNvPr>
          <p:cNvSpPr/>
          <p:nvPr/>
        </p:nvSpPr>
        <p:spPr>
          <a:xfrm>
            <a:off x="590939" y="2818764"/>
            <a:ext cx="11010122" cy="35736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89D340-98C3-2488-634D-1C2D9019A1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65F99C-D4BB-B868-E29C-F0D007008253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BC1F4F-73EC-7002-38BB-67B6C60A26A2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4042F5-4757-3F91-E402-99BC239393A6}"/>
              </a:ext>
            </a:extLst>
          </p:cNvPr>
          <p:cNvSpPr/>
          <p:nvPr/>
        </p:nvSpPr>
        <p:spPr>
          <a:xfrm>
            <a:off x="2658561" y="4355407"/>
            <a:ext cx="1203649" cy="10356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B3046A-6978-A426-8813-91AD418C2D75}"/>
              </a:ext>
            </a:extLst>
          </p:cNvPr>
          <p:cNvSpPr/>
          <p:nvPr/>
        </p:nvSpPr>
        <p:spPr>
          <a:xfrm>
            <a:off x="6535982" y="2962475"/>
            <a:ext cx="1203649" cy="103569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92261-726F-0327-6C8D-8D05D8F17DD5}"/>
              </a:ext>
            </a:extLst>
          </p:cNvPr>
          <p:cNvSpPr/>
          <p:nvPr/>
        </p:nvSpPr>
        <p:spPr>
          <a:xfrm>
            <a:off x="499933" y="4070823"/>
            <a:ext cx="1763485" cy="160486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B10B03-8BCD-AEC7-7BC2-4EFDBAB762DB}"/>
              </a:ext>
            </a:extLst>
          </p:cNvPr>
          <p:cNvSpPr/>
          <p:nvPr/>
        </p:nvSpPr>
        <p:spPr>
          <a:xfrm>
            <a:off x="1055103" y="4146922"/>
            <a:ext cx="653143" cy="382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526AF-022F-B776-2521-6EFFC3D15F80}"/>
              </a:ext>
            </a:extLst>
          </p:cNvPr>
          <p:cNvSpPr/>
          <p:nvPr/>
        </p:nvSpPr>
        <p:spPr>
          <a:xfrm>
            <a:off x="1064434" y="4605576"/>
            <a:ext cx="653143" cy="3825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2F0719-0157-8566-6CC6-AFF0F4CA5A96}"/>
              </a:ext>
            </a:extLst>
          </p:cNvPr>
          <p:cNvSpPr/>
          <p:nvPr/>
        </p:nvSpPr>
        <p:spPr>
          <a:xfrm>
            <a:off x="756523" y="5047452"/>
            <a:ext cx="1250302" cy="4971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D8A03B-6E55-E917-DE6C-169C933A6D6E}"/>
              </a:ext>
            </a:extLst>
          </p:cNvPr>
          <p:cNvSpPr/>
          <p:nvPr/>
        </p:nvSpPr>
        <p:spPr>
          <a:xfrm>
            <a:off x="5057192" y="5391105"/>
            <a:ext cx="963647" cy="74843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776BF0-B1E2-FB48-9729-BDDB84C971AB}"/>
              </a:ext>
            </a:extLst>
          </p:cNvPr>
          <p:cNvSpPr/>
          <p:nvPr/>
        </p:nvSpPr>
        <p:spPr>
          <a:xfrm>
            <a:off x="6655984" y="5392226"/>
            <a:ext cx="963647" cy="74843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538F3F-C9D8-CC90-EABB-2E60487FF26A}"/>
              </a:ext>
            </a:extLst>
          </p:cNvPr>
          <p:cNvSpPr/>
          <p:nvPr/>
        </p:nvSpPr>
        <p:spPr>
          <a:xfrm>
            <a:off x="8105339" y="5391105"/>
            <a:ext cx="963647" cy="74843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981728-4A72-36D8-F3D1-FC1AE81154C5}"/>
              </a:ext>
            </a:extLst>
          </p:cNvPr>
          <p:cNvCxnSpPr/>
          <p:nvPr/>
        </p:nvCxnSpPr>
        <p:spPr>
          <a:xfrm>
            <a:off x="3862210" y="4529477"/>
            <a:ext cx="6345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FF0427-D561-3E67-4819-0066C320F782}"/>
              </a:ext>
            </a:extLst>
          </p:cNvPr>
          <p:cNvCxnSpPr>
            <a:stCxn id="4" idx="3"/>
          </p:cNvCxnSpPr>
          <p:nvPr/>
        </p:nvCxnSpPr>
        <p:spPr>
          <a:xfrm>
            <a:off x="3862210" y="4873256"/>
            <a:ext cx="64014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D61C03-45D4-37BF-86B2-38E3D3FF66E7}"/>
              </a:ext>
            </a:extLst>
          </p:cNvPr>
          <p:cNvCxnSpPr/>
          <p:nvPr/>
        </p:nvCxnSpPr>
        <p:spPr>
          <a:xfrm>
            <a:off x="3862210" y="5187820"/>
            <a:ext cx="65227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50E221D-2BAF-97E6-EB94-97EE1A779E54}"/>
              </a:ext>
            </a:extLst>
          </p:cNvPr>
          <p:cNvSpPr txBox="1"/>
          <p:nvPr/>
        </p:nvSpPr>
        <p:spPr>
          <a:xfrm>
            <a:off x="9568358" y="4140406"/>
            <a:ext cx="99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322956-BBCC-4559-62ED-172835400EF1}"/>
              </a:ext>
            </a:extLst>
          </p:cNvPr>
          <p:cNvSpPr txBox="1"/>
          <p:nvPr/>
        </p:nvSpPr>
        <p:spPr>
          <a:xfrm>
            <a:off x="9568357" y="4543806"/>
            <a:ext cx="99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FBC900-733A-912F-E03D-5FFB0E7ABC30}"/>
              </a:ext>
            </a:extLst>
          </p:cNvPr>
          <p:cNvSpPr txBox="1"/>
          <p:nvPr/>
        </p:nvSpPr>
        <p:spPr>
          <a:xfrm>
            <a:off x="9533439" y="4873256"/>
            <a:ext cx="998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80BF20-CAAA-B21D-475B-EB4BA1B02E78}"/>
              </a:ext>
            </a:extLst>
          </p:cNvPr>
          <p:cNvCxnSpPr>
            <a:stCxn id="5" idx="2"/>
          </p:cNvCxnSpPr>
          <p:nvPr/>
        </p:nvCxnSpPr>
        <p:spPr>
          <a:xfrm flipH="1">
            <a:off x="7137806" y="3998173"/>
            <a:ext cx="1" cy="5115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A795B7-031C-9446-0C29-B506B6107AE5}"/>
              </a:ext>
            </a:extLst>
          </p:cNvPr>
          <p:cNvCxnSpPr>
            <a:endCxn id="11" idx="0"/>
          </p:cNvCxnSpPr>
          <p:nvPr/>
        </p:nvCxnSpPr>
        <p:spPr>
          <a:xfrm>
            <a:off x="5539015" y="4543806"/>
            <a:ext cx="1" cy="8472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3830968-38B6-B0FE-B65A-7B2879C54132}"/>
              </a:ext>
            </a:extLst>
          </p:cNvPr>
          <p:cNvCxnSpPr/>
          <p:nvPr/>
        </p:nvCxnSpPr>
        <p:spPr>
          <a:xfrm>
            <a:off x="7138065" y="4509738"/>
            <a:ext cx="1" cy="8472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E998193-3645-663C-2A4A-4B6475AFB03D}"/>
              </a:ext>
            </a:extLst>
          </p:cNvPr>
          <p:cNvCxnSpPr>
            <a:endCxn id="13" idx="0"/>
          </p:cNvCxnSpPr>
          <p:nvPr/>
        </p:nvCxnSpPr>
        <p:spPr>
          <a:xfrm>
            <a:off x="8587162" y="4543806"/>
            <a:ext cx="1" cy="8472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8C2694-9C95-4043-6035-C7B3D9D2A23B}"/>
              </a:ext>
            </a:extLst>
          </p:cNvPr>
          <p:cNvCxnSpPr/>
          <p:nvPr/>
        </p:nvCxnSpPr>
        <p:spPr>
          <a:xfrm>
            <a:off x="7371184" y="5187820"/>
            <a:ext cx="0" cy="2892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0615730-FEC2-6D8A-D961-882393848367}"/>
              </a:ext>
            </a:extLst>
          </p:cNvPr>
          <p:cNvSpPr txBox="1"/>
          <p:nvPr/>
        </p:nvSpPr>
        <p:spPr>
          <a:xfrm>
            <a:off x="2300077" y="3610738"/>
            <a:ext cx="182879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Micro processor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D5BA62-EAE2-1ED5-409F-1406C320E16E}"/>
              </a:ext>
            </a:extLst>
          </p:cNvPr>
          <p:cNvCxnSpPr>
            <a:stCxn id="4" idx="0"/>
            <a:endCxn id="35" idx="2"/>
          </p:cNvCxnSpPr>
          <p:nvPr/>
        </p:nvCxnSpPr>
        <p:spPr>
          <a:xfrm flipH="1" flipV="1">
            <a:off x="3214477" y="3980070"/>
            <a:ext cx="45909" cy="3753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2169167-416F-FE02-2B3F-CBD17DA120C0}"/>
              </a:ext>
            </a:extLst>
          </p:cNvPr>
          <p:cNvCxnSpPr>
            <a:stCxn id="4" idx="1"/>
            <a:endCxn id="7" idx="3"/>
          </p:cNvCxnSpPr>
          <p:nvPr/>
        </p:nvCxnSpPr>
        <p:spPr>
          <a:xfrm flipH="1">
            <a:off x="2263418" y="4873256"/>
            <a:ext cx="3951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1173AF2-DAA4-030E-7FCF-9CB26B598F60}"/>
              </a:ext>
            </a:extLst>
          </p:cNvPr>
          <p:cNvCxnSpPr/>
          <p:nvPr/>
        </p:nvCxnSpPr>
        <p:spPr>
          <a:xfrm flipV="1">
            <a:off x="11206065" y="2188681"/>
            <a:ext cx="0" cy="6547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12201D7-2509-C104-B2CE-DB088156B866}"/>
              </a:ext>
            </a:extLst>
          </p:cNvPr>
          <p:cNvSpPr/>
          <p:nvPr/>
        </p:nvSpPr>
        <p:spPr>
          <a:xfrm>
            <a:off x="10032811" y="1681824"/>
            <a:ext cx="1951651" cy="5131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Micro processor</a:t>
            </a:r>
          </a:p>
        </p:txBody>
      </p:sp>
    </p:spTree>
    <p:extLst>
      <p:ext uri="{BB962C8B-B14F-4D97-AF65-F5344CB8AC3E}">
        <p14:creationId xmlns:p14="http://schemas.microsoft.com/office/powerpoint/2010/main" val="297889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FE62-F28D-2173-D672-207BB25BE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C4941B2-A187-F05B-EE3B-90739FBA104A}"/>
              </a:ext>
            </a:extLst>
          </p:cNvPr>
          <p:cNvSpPr/>
          <p:nvPr/>
        </p:nvSpPr>
        <p:spPr>
          <a:xfrm>
            <a:off x="2237987" y="3263983"/>
            <a:ext cx="6010274" cy="2735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15951E-0FE9-B044-70E1-AD847E8DFF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3CE40C-DEB0-A2A9-2AB2-7DA149CDD159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CECF4-1D9F-1023-2EBE-CB6524BFDC79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E9638A-349B-E670-8AE5-CA4D980A4247}"/>
              </a:ext>
            </a:extLst>
          </p:cNvPr>
          <p:cNvSpPr/>
          <p:nvPr/>
        </p:nvSpPr>
        <p:spPr>
          <a:xfrm>
            <a:off x="2551891" y="5280691"/>
            <a:ext cx="2300027" cy="4230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0067F7-4871-7119-E642-F02387658720}"/>
              </a:ext>
            </a:extLst>
          </p:cNvPr>
          <p:cNvSpPr/>
          <p:nvPr/>
        </p:nvSpPr>
        <p:spPr>
          <a:xfrm>
            <a:off x="5431051" y="4051016"/>
            <a:ext cx="900954" cy="61812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85BFEF-E832-83BF-D5E5-D70332D56F7F}"/>
              </a:ext>
            </a:extLst>
          </p:cNvPr>
          <p:cNvSpPr/>
          <p:nvPr/>
        </p:nvSpPr>
        <p:spPr>
          <a:xfrm>
            <a:off x="5209127" y="5042228"/>
            <a:ext cx="755779" cy="46385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14A85F-57AB-3696-6152-1503B8A9E305}"/>
              </a:ext>
            </a:extLst>
          </p:cNvPr>
          <p:cNvSpPr/>
          <p:nvPr/>
        </p:nvSpPr>
        <p:spPr>
          <a:xfrm>
            <a:off x="6026979" y="5022663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53B73-A7DB-38EA-07C7-23497D8DEF30}"/>
              </a:ext>
            </a:extLst>
          </p:cNvPr>
          <p:cNvSpPr/>
          <p:nvPr/>
        </p:nvSpPr>
        <p:spPr>
          <a:xfrm>
            <a:off x="7136116" y="5104493"/>
            <a:ext cx="628114" cy="33932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F66873-3EDB-FDAB-A298-746BFCE021DF}"/>
              </a:ext>
            </a:extLst>
          </p:cNvPr>
          <p:cNvSpPr txBox="1"/>
          <p:nvPr/>
        </p:nvSpPr>
        <p:spPr>
          <a:xfrm>
            <a:off x="2300077" y="3610738"/>
            <a:ext cx="182879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Micro processor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F1823D-853B-251F-CE50-780A31026026}"/>
              </a:ext>
            </a:extLst>
          </p:cNvPr>
          <p:cNvCxnSpPr>
            <a:cxnSpLocks/>
            <a:stCxn id="4" idx="0"/>
            <a:endCxn id="35" idx="2"/>
          </p:cNvCxnSpPr>
          <p:nvPr/>
        </p:nvCxnSpPr>
        <p:spPr>
          <a:xfrm flipH="1" flipV="1">
            <a:off x="3214477" y="3980070"/>
            <a:ext cx="487428" cy="1300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EABC3F4-C6F5-8277-4E16-45076DF34784}"/>
              </a:ext>
            </a:extLst>
          </p:cNvPr>
          <p:cNvSpPr txBox="1"/>
          <p:nvPr/>
        </p:nvSpPr>
        <p:spPr>
          <a:xfrm>
            <a:off x="8714792" y="4051016"/>
            <a:ext cx="1318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D28399C-83FA-29BC-577D-0E8B52A9FC54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 flipV="1">
            <a:off x="8248261" y="4235682"/>
            <a:ext cx="466531" cy="396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39C15B5-3056-63E7-0030-EE0AF6DCB1A8}"/>
              </a:ext>
            </a:extLst>
          </p:cNvPr>
          <p:cNvSpPr txBox="1"/>
          <p:nvPr/>
        </p:nvSpPr>
        <p:spPr>
          <a:xfrm>
            <a:off x="8313575" y="2916487"/>
            <a:ext cx="17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E5CF881-AF84-1ABD-B102-79632D02D496}"/>
              </a:ext>
            </a:extLst>
          </p:cNvPr>
          <p:cNvSpPr/>
          <p:nvPr/>
        </p:nvSpPr>
        <p:spPr>
          <a:xfrm>
            <a:off x="6772520" y="4449217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655CA93-1B52-2064-227A-48198C4E03C4}"/>
              </a:ext>
            </a:extLst>
          </p:cNvPr>
          <p:cNvSpPr/>
          <p:nvPr/>
        </p:nvSpPr>
        <p:spPr>
          <a:xfrm>
            <a:off x="4243236" y="4423587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</p:spTree>
    <p:extLst>
      <p:ext uri="{BB962C8B-B14F-4D97-AF65-F5344CB8AC3E}">
        <p14:creationId xmlns:p14="http://schemas.microsoft.com/office/powerpoint/2010/main" val="149333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5FDD0-54E1-5AAE-B674-BFC26C02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1B3F181-3CB4-B986-37D2-C0102E76737D}"/>
              </a:ext>
            </a:extLst>
          </p:cNvPr>
          <p:cNvSpPr/>
          <p:nvPr/>
        </p:nvSpPr>
        <p:spPr>
          <a:xfrm>
            <a:off x="2237987" y="3191069"/>
            <a:ext cx="6010274" cy="2808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177463-2701-872A-9CF1-4CF75FE14F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E0A9C7-40BF-70AB-06D2-7AEF423E07ED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8A4D4-4C67-EBD1-7349-3AD72692A88B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00CC98-4C85-7F8D-B458-9ABE38DD8FEB}"/>
              </a:ext>
            </a:extLst>
          </p:cNvPr>
          <p:cNvSpPr/>
          <p:nvPr/>
        </p:nvSpPr>
        <p:spPr>
          <a:xfrm>
            <a:off x="2551891" y="5280691"/>
            <a:ext cx="2300027" cy="4230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3125A5-DFD6-7B11-41C5-46AF3E97B998}"/>
              </a:ext>
            </a:extLst>
          </p:cNvPr>
          <p:cNvSpPr/>
          <p:nvPr/>
        </p:nvSpPr>
        <p:spPr>
          <a:xfrm>
            <a:off x="5431051" y="4051016"/>
            <a:ext cx="900954" cy="61812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42656-8880-8A72-AF53-03A446F6D73C}"/>
              </a:ext>
            </a:extLst>
          </p:cNvPr>
          <p:cNvSpPr/>
          <p:nvPr/>
        </p:nvSpPr>
        <p:spPr>
          <a:xfrm>
            <a:off x="5209127" y="5042228"/>
            <a:ext cx="755779" cy="46385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83423B-7AD1-C729-F018-30D3020C059F}"/>
              </a:ext>
            </a:extLst>
          </p:cNvPr>
          <p:cNvSpPr/>
          <p:nvPr/>
        </p:nvSpPr>
        <p:spPr>
          <a:xfrm>
            <a:off x="6026979" y="5022663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0F42D-F98F-91C1-CDA7-C6EE9DC474FE}"/>
              </a:ext>
            </a:extLst>
          </p:cNvPr>
          <p:cNvSpPr/>
          <p:nvPr/>
        </p:nvSpPr>
        <p:spPr>
          <a:xfrm>
            <a:off x="7136116" y="5104493"/>
            <a:ext cx="628114" cy="33932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17453F-E30A-D75C-CE2A-3E8A18BA1B51}"/>
              </a:ext>
            </a:extLst>
          </p:cNvPr>
          <p:cNvSpPr txBox="1"/>
          <p:nvPr/>
        </p:nvSpPr>
        <p:spPr>
          <a:xfrm>
            <a:off x="2300077" y="3610738"/>
            <a:ext cx="182879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Micro processor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527C32F-6834-D61C-ACFB-A234BB0BFC76}"/>
              </a:ext>
            </a:extLst>
          </p:cNvPr>
          <p:cNvCxnSpPr>
            <a:cxnSpLocks/>
            <a:stCxn id="4" idx="0"/>
            <a:endCxn id="35" idx="2"/>
          </p:cNvCxnSpPr>
          <p:nvPr/>
        </p:nvCxnSpPr>
        <p:spPr>
          <a:xfrm flipH="1" flipV="1">
            <a:off x="3214477" y="3980070"/>
            <a:ext cx="487428" cy="1300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0CE63CB-95AF-A5E8-E9DD-9B86CCACDC54}"/>
              </a:ext>
            </a:extLst>
          </p:cNvPr>
          <p:cNvSpPr txBox="1"/>
          <p:nvPr/>
        </p:nvSpPr>
        <p:spPr>
          <a:xfrm>
            <a:off x="8313575" y="2916487"/>
            <a:ext cx="17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SoC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F35A053-DB5F-6068-A3F6-66CEF7483BB5}"/>
              </a:ext>
            </a:extLst>
          </p:cNvPr>
          <p:cNvSpPr/>
          <p:nvPr/>
        </p:nvSpPr>
        <p:spPr>
          <a:xfrm>
            <a:off x="6772520" y="4449217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160328C-9AD6-F21D-ABF2-5558E802F04B}"/>
              </a:ext>
            </a:extLst>
          </p:cNvPr>
          <p:cNvSpPr/>
          <p:nvPr/>
        </p:nvSpPr>
        <p:spPr>
          <a:xfrm>
            <a:off x="4243236" y="4423587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9C080-9E1A-BEEE-2C7F-6AF4089B6278}"/>
              </a:ext>
            </a:extLst>
          </p:cNvPr>
          <p:cNvSpPr/>
          <p:nvPr/>
        </p:nvSpPr>
        <p:spPr>
          <a:xfrm>
            <a:off x="2715208" y="2895228"/>
            <a:ext cx="429208" cy="26684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397B4-034D-3B32-F183-F06EB36C054D}"/>
              </a:ext>
            </a:extLst>
          </p:cNvPr>
          <p:cNvSpPr/>
          <p:nvPr/>
        </p:nvSpPr>
        <p:spPr>
          <a:xfrm>
            <a:off x="3663822" y="2908027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4DEAF8-6EC0-E516-1534-AF73BEC3E9DF}"/>
              </a:ext>
            </a:extLst>
          </p:cNvPr>
          <p:cNvSpPr/>
          <p:nvPr/>
        </p:nvSpPr>
        <p:spPr>
          <a:xfrm>
            <a:off x="4714665" y="2938538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404859-E57F-6CF4-54F3-DF9C546F3DF9}"/>
              </a:ext>
            </a:extLst>
          </p:cNvPr>
          <p:cNvSpPr/>
          <p:nvPr/>
        </p:nvSpPr>
        <p:spPr>
          <a:xfrm>
            <a:off x="5484584" y="2915092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0BB726-F78B-51DD-7837-24544A5AF074}"/>
              </a:ext>
            </a:extLst>
          </p:cNvPr>
          <p:cNvSpPr/>
          <p:nvPr/>
        </p:nvSpPr>
        <p:spPr>
          <a:xfrm>
            <a:off x="6299516" y="2917934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A552F4-9D5C-C568-9D04-D0B20C444B23}"/>
              </a:ext>
            </a:extLst>
          </p:cNvPr>
          <p:cNvSpPr/>
          <p:nvPr/>
        </p:nvSpPr>
        <p:spPr>
          <a:xfrm>
            <a:off x="7146799" y="2915092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B78971-D1C6-FA86-C6CA-54286156E5CF}"/>
              </a:ext>
            </a:extLst>
          </p:cNvPr>
          <p:cNvSpPr/>
          <p:nvPr/>
        </p:nvSpPr>
        <p:spPr>
          <a:xfrm>
            <a:off x="2715207" y="5987459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6FEB05-FA96-5ADD-34FC-6E79A16F8F13}"/>
              </a:ext>
            </a:extLst>
          </p:cNvPr>
          <p:cNvSpPr/>
          <p:nvPr/>
        </p:nvSpPr>
        <p:spPr>
          <a:xfrm>
            <a:off x="2715207" y="5967711"/>
            <a:ext cx="429208" cy="26684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A5A063-D628-66A3-34C7-4E3D02752109}"/>
              </a:ext>
            </a:extLst>
          </p:cNvPr>
          <p:cNvSpPr/>
          <p:nvPr/>
        </p:nvSpPr>
        <p:spPr>
          <a:xfrm>
            <a:off x="3663821" y="5980510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157B50-9A8A-2C89-5798-E122FF71B406}"/>
              </a:ext>
            </a:extLst>
          </p:cNvPr>
          <p:cNvSpPr/>
          <p:nvPr/>
        </p:nvSpPr>
        <p:spPr>
          <a:xfrm>
            <a:off x="4714664" y="6011021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955631-3C0E-9DAB-D95C-1F9D1FA58788}"/>
              </a:ext>
            </a:extLst>
          </p:cNvPr>
          <p:cNvSpPr/>
          <p:nvPr/>
        </p:nvSpPr>
        <p:spPr>
          <a:xfrm>
            <a:off x="5484583" y="5987575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E52F9-E809-215C-75EB-32902CCEFA04}"/>
              </a:ext>
            </a:extLst>
          </p:cNvPr>
          <p:cNvSpPr/>
          <p:nvPr/>
        </p:nvSpPr>
        <p:spPr>
          <a:xfrm>
            <a:off x="6299515" y="5990417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E06D8D-8814-F07E-792E-87DCD922F504}"/>
              </a:ext>
            </a:extLst>
          </p:cNvPr>
          <p:cNvSpPr/>
          <p:nvPr/>
        </p:nvSpPr>
        <p:spPr>
          <a:xfrm>
            <a:off x="7146798" y="5987575"/>
            <a:ext cx="429208" cy="2668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3C02D1-8FD0-189A-FF15-74B59FDAA281}"/>
              </a:ext>
            </a:extLst>
          </p:cNvPr>
          <p:cNvSpPr txBox="1"/>
          <p:nvPr/>
        </p:nvSpPr>
        <p:spPr>
          <a:xfrm>
            <a:off x="7721661" y="6184250"/>
            <a:ext cx="105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462D9-6211-AC0F-33C9-8CF710501007}"/>
              </a:ext>
            </a:extLst>
          </p:cNvPr>
          <p:cNvSpPr txBox="1"/>
          <p:nvPr/>
        </p:nvSpPr>
        <p:spPr>
          <a:xfrm>
            <a:off x="386063" y="3610738"/>
            <a:ext cx="138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0/LOW: 0v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8CAF3F-0349-D351-ADD8-92C8601944C2}"/>
              </a:ext>
            </a:extLst>
          </p:cNvPr>
          <p:cNvSpPr txBox="1"/>
          <p:nvPr/>
        </p:nvSpPr>
        <p:spPr>
          <a:xfrm>
            <a:off x="386356" y="4169361"/>
            <a:ext cx="1659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1/HIGH: 1.8V/3.3V/5V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7DB007-B6CF-3A64-B7F0-F5F1B1C4BA21}"/>
              </a:ext>
            </a:extLst>
          </p:cNvPr>
          <p:cNvCxnSpPr>
            <a:stCxn id="46" idx="3"/>
          </p:cNvCxnSpPr>
          <p:nvPr/>
        </p:nvCxnSpPr>
        <p:spPr>
          <a:xfrm flipV="1">
            <a:off x="8248261" y="4595326"/>
            <a:ext cx="15675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7A7E2F-1708-B052-3E72-3FA391B05B47}"/>
              </a:ext>
            </a:extLst>
          </p:cNvPr>
          <p:cNvCxnSpPr>
            <a:endCxn id="18" idx="2"/>
          </p:cNvCxnSpPr>
          <p:nvPr/>
        </p:nvCxnSpPr>
        <p:spPr>
          <a:xfrm flipV="1">
            <a:off x="2929811" y="6234557"/>
            <a:ext cx="0" cy="5487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1EC8E2E-E98D-8E65-D4EA-56904081484D}"/>
              </a:ext>
            </a:extLst>
          </p:cNvPr>
          <p:cNvSpPr txBox="1"/>
          <p:nvPr/>
        </p:nvSpPr>
        <p:spPr>
          <a:xfrm>
            <a:off x="1761163" y="6368916"/>
            <a:ext cx="1499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AAFA70-BA97-CED5-B2C2-BF380735B93C}"/>
              </a:ext>
            </a:extLst>
          </p:cNvPr>
          <p:cNvSpPr txBox="1"/>
          <p:nvPr/>
        </p:nvSpPr>
        <p:spPr>
          <a:xfrm>
            <a:off x="8910735" y="4169361"/>
            <a:ext cx="905069" cy="36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CEDB10D-681E-2D6E-7DAE-64EBEDB946E1}"/>
              </a:ext>
            </a:extLst>
          </p:cNvPr>
          <p:cNvSpPr/>
          <p:nvPr/>
        </p:nvSpPr>
        <p:spPr>
          <a:xfrm>
            <a:off x="8965163" y="5999582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</p:spTree>
    <p:extLst>
      <p:ext uri="{BB962C8B-B14F-4D97-AF65-F5344CB8AC3E}">
        <p14:creationId xmlns:p14="http://schemas.microsoft.com/office/powerpoint/2010/main" val="976811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68E3-F5C0-673A-0AC4-69E39B82C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E941498E-96D0-4D9E-2FD3-3AAA8084721F}"/>
              </a:ext>
            </a:extLst>
          </p:cNvPr>
          <p:cNvSpPr/>
          <p:nvPr/>
        </p:nvSpPr>
        <p:spPr>
          <a:xfrm>
            <a:off x="2128491" y="4147648"/>
            <a:ext cx="4132118" cy="1431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765CFB-18EB-8CF2-D7E6-87AAEA5AD1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156481-9B2C-9B79-74A2-49AD2A3947FD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08840-B4EF-B3BC-03F9-6BAC0D9E21F2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1BF57A-A61A-3E85-0DA1-258BB70C2883}"/>
              </a:ext>
            </a:extLst>
          </p:cNvPr>
          <p:cNvSpPr/>
          <p:nvPr/>
        </p:nvSpPr>
        <p:spPr>
          <a:xfrm>
            <a:off x="2467917" y="4953870"/>
            <a:ext cx="1768812" cy="29124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65B013-2A17-445F-B052-BAC01D050030}"/>
              </a:ext>
            </a:extLst>
          </p:cNvPr>
          <p:cNvSpPr/>
          <p:nvPr/>
        </p:nvSpPr>
        <p:spPr>
          <a:xfrm>
            <a:off x="4296345" y="4595793"/>
            <a:ext cx="692869" cy="4255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4D1435-4718-7580-B22C-D5FD49D94F18}"/>
              </a:ext>
            </a:extLst>
          </p:cNvPr>
          <p:cNvSpPr/>
          <p:nvPr/>
        </p:nvSpPr>
        <p:spPr>
          <a:xfrm>
            <a:off x="5125153" y="4728119"/>
            <a:ext cx="581224" cy="31933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A5DB8F-0A26-06FB-5556-9D93F998D797}"/>
              </a:ext>
            </a:extLst>
          </p:cNvPr>
          <p:cNvSpPr/>
          <p:nvPr/>
        </p:nvSpPr>
        <p:spPr>
          <a:xfrm>
            <a:off x="5943005" y="4701077"/>
            <a:ext cx="521142" cy="3028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DFB01EC-4E07-E2E0-58DA-B0F430BB2510}"/>
              </a:ext>
            </a:extLst>
          </p:cNvPr>
          <p:cNvSpPr/>
          <p:nvPr/>
        </p:nvSpPr>
        <p:spPr>
          <a:xfrm>
            <a:off x="4159262" y="4102001"/>
            <a:ext cx="521142" cy="3028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A3BC1-B684-0BFA-F88D-BA0CC34E9AA2}"/>
              </a:ext>
            </a:extLst>
          </p:cNvPr>
          <p:cNvSpPr/>
          <p:nvPr/>
        </p:nvSpPr>
        <p:spPr>
          <a:xfrm>
            <a:off x="3579846" y="5605023"/>
            <a:ext cx="330078" cy="18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35FE95-E373-4F60-6255-8284FEB5BA56}"/>
              </a:ext>
            </a:extLst>
          </p:cNvPr>
          <p:cNvSpPr/>
          <p:nvPr/>
        </p:nvSpPr>
        <p:spPr>
          <a:xfrm>
            <a:off x="4630689" y="5635534"/>
            <a:ext cx="330078" cy="18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792706-A084-ECF7-5AA3-7E1632634156}"/>
              </a:ext>
            </a:extLst>
          </p:cNvPr>
          <p:cNvSpPr/>
          <p:nvPr/>
        </p:nvSpPr>
        <p:spPr>
          <a:xfrm>
            <a:off x="5400608" y="5612088"/>
            <a:ext cx="330078" cy="18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F533947-EC55-93A3-C246-732521BF3D20}"/>
              </a:ext>
            </a:extLst>
          </p:cNvPr>
          <p:cNvSpPr txBox="1"/>
          <p:nvPr/>
        </p:nvSpPr>
        <p:spPr>
          <a:xfrm>
            <a:off x="386063" y="3610738"/>
            <a:ext cx="138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0/LOW: 0v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3DDCB3-0647-D3C6-E74F-C26030A5D38E}"/>
              </a:ext>
            </a:extLst>
          </p:cNvPr>
          <p:cNvSpPr txBox="1"/>
          <p:nvPr/>
        </p:nvSpPr>
        <p:spPr>
          <a:xfrm>
            <a:off x="386356" y="4169361"/>
            <a:ext cx="1659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1/HIGH: 1.8V/3.3V/5V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BDECAE-691D-A297-65AE-2FF4DBEF2A8C}"/>
              </a:ext>
            </a:extLst>
          </p:cNvPr>
          <p:cNvSpPr/>
          <p:nvPr/>
        </p:nvSpPr>
        <p:spPr>
          <a:xfrm>
            <a:off x="7292545" y="4180380"/>
            <a:ext cx="4132118" cy="1431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648349-6B93-B53E-D72A-25D9B6AC86CE}"/>
              </a:ext>
            </a:extLst>
          </p:cNvPr>
          <p:cNvSpPr/>
          <p:nvPr/>
        </p:nvSpPr>
        <p:spPr>
          <a:xfrm>
            <a:off x="7575754" y="4964889"/>
            <a:ext cx="1768812" cy="29124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AF4DFE7-BEDC-C4E3-E1BF-C2D0CDF1CF98}"/>
              </a:ext>
            </a:extLst>
          </p:cNvPr>
          <p:cNvSpPr/>
          <p:nvPr/>
        </p:nvSpPr>
        <p:spPr>
          <a:xfrm>
            <a:off x="9404182" y="4606812"/>
            <a:ext cx="692869" cy="42554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7E8B10-A413-068A-C77D-DD9B915DB121}"/>
              </a:ext>
            </a:extLst>
          </p:cNvPr>
          <p:cNvSpPr/>
          <p:nvPr/>
        </p:nvSpPr>
        <p:spPr>
          <a:xfrm>
            <a:off x="10232990" y="4739138"/>
            <a:ext cx="581224" cy="31933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8100B95-052B-5A3F-7F15-A7E1A8C94EAE}"/>
              </a:ext>
            </a:extLst>
          </p:cNvPr>
          <p:cNvSpPr/>
          <p:nvPr/>
        </p:nvSpPr>
        <p:spPr>
          <a:xfrm>
            <a:off x="11050842" y="4712096"/>
            <a:ext cx="521142" cy="3028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AF8AD94-1AE7-8EA2-E850-D15C7A81ED99}"/>
              </a:ext>
            </a:extLst>
          </p:cNvPr>
          <p:cNvSpPr/>
          <p:nvPr/>
        </p:nvSpPr>
        <p:spPr>
          <a:xfrm>
            <a:off x="9267099" y="4113020"/>
            <a:ext cx="521142" cy="30281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921D14F-438C-B4F5-DBFB-03A25AFC757A}"/>
              </a:ext>
            </a:extLst>
          </p:cNvPr>
          <p:cNvSpPr/>
          <p:nvPr/>
        </p:nvSpPr>
        <p:spPr>
          <a:xfrm>
            <a:off x="8687683" y="5616042"/>
            <a:ext cx="330078" cy="18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1177745-17B5-F3E1-A568-8F47CE434765}"/>
              </a:ext>
            </a:extLst>
          </p:cNvPr>
          <p:cNvSpPr/>
          <p:nvPr/>
        </p:nvSpPr>
        <p:spPr>
          <a:xfrm>
            <a:off x="9738526" y="5646553"/>
            <a:ext cx="330078" cy="18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448398-3780-FA1B-CA39-F63939A8580D}"/>
              </a:ext>
            </a:extLst>
          </p:cNvPr>
          <p:cNvSpPr/>
          <p:nvPr/>
        </p:nvSpPr>
        <p:spPr>
          <a:xfrm>
            <a:off x="10508445" y="5623107"/>
            <a:ext cx="330078" cy="18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FFD85C0-D269-393C-C9AF-2A46535F0D94}"/>
              </a:ext>
            </a:extLst>
          </p:cNvPr>
          <p:cNvSpPr/>
          <p:nvPr/>
        </p:nvSpPr>
        <p:spPr>
          <a:xfrm>
            <a:off x="6260609" y="3394771"/>
            <a:ext cx="1385393" cy="551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6F83A5A-6AD3-E2DF-EA3D-A6AB0F2E9F5D}"/>
              </a:ext>
            </a:extLst>
          </p:cNvPr>
          <p:cNvCxnSpPr/>
          <p:nvPr/>
        </p:nvCxnSpPr>
        <p:spPr>
          <a:xfrm>
            <a:off x="6316826" y="4595793"/>
            <a:ext cx="975719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F230A5C-71A1-910D-E29E-686EF02897E8}"/>
              </a:ext>
            </a:extLst>
          </p:cNvPr>
          <p:cNvSpPr txBox="1"/>
          <p:nvPr/>
        </p:nvSpPr>
        <p:spPr>
          <a:xfrm>
            <a:off x="3751945" y="3466509"/>
            <a:ext cx="181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transmiter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E406F6-00E8-6925-7BBF-54C28F3456A2}"/>
              </a:ext>
            </a:extLst>
          </p:cNvPr>
          <p:cNvSpPr txBox="1"/>
          <p:nvPr/>
        </p:nvSpPr>
        <p:spPr>
          <a:xfrm>
            <a:off x="8458344" y="3519869"/>
            <a:ext cx="1813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reiceiver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BC1BA3-50FB-1F5C-848D-13F5ED08CF0C}"/>
              </a:ext>
            </a:extLst>
          </p:cNvPr>
          <p:cNvSpPr txBox="1"/>
          <p:nvPr/>
        </p:nvSpPr>
        <p:spPr>
          <a:xfrm>
            <a:off x="9601200" y="2588242"/>
            <a:ext cx="222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 -&gt; time unit:</a:t>
            </a:r>
          </a:p>
          <a:p>
            <a:r>
              <a:rPr lang="en-US" dirty="0"/>
              <a:t>T1 -&gt; T2:</a:t>
            </a:r>
          </a:p>
        </p:txBody>
      </p:sp>
    </p:spTree>
    <p:extLst>
      <p:ext uri="{BB962C8B-B14F-4D97-AF65-F5344CB8AC3E}">
        <p14:creationId xmlns:p14="http://schemas.microsoft.com/office/powerpoint/2010/main" val="191903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5FC0E-4AC9-E175-1A5E-FF1B394A3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75DA1-D6F6-B477-3DD6-7350DD82F6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5940DC-4B4A-B257-EBAC-D4E920AE0C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F55A2-2D00-0488-E487-00D85D64DB94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7611094-1F3C-F0DB-78A5-67458F10453D}"/>
              </a:ext>
            </a:extLst>
          </p:cNvPr>
          <p:cNvCxnSpPr>
            <a:cxnSpLocks/>
          </p:cNvCxnSpPr>
          <p:nvPr/>
        </p:nvCxnSpPr>
        <p:spPr>
          <a:xfrm>
            <a:off x="2063426" y="4714292"/>
            <a:ext cx="15568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1FDBB8-7290-2534-4C35-67C3A266DDFA}"/>
              </a:ext>
            </a:extLst>
          </p:cNvPr>
          <p:cNvSpPr/>
          <p:nvPr/>
        </p:nvSpPr>
        <p:spPr>
          <a:xfrm>
            <a:off x="3620278" y="3429000"/>
            <a:ext cx="2183363" cy="2411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 program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2E5DD1E-A38A-612B-8B57-5C398B652D9A}"/>
              </a:ext>
            </a:extLst>
          </p:cNvPr>
          <p:cNvCxnSpPr>
            <a:stCxn id="7" idx="3"/>
          </p:cNvCxnSpPr>
          <p:nvPr/>
        </p:nvCxnSpPr>
        <p:spPr>
          <a:xfrm>
            <a:off x="5803641" y="4634982"/>
            <a:ext cx="2556588" cy="11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A9B5206-C688-A098-2ACD-EC55113498B6}"/>
              </a:ext>
            </a:extLst>
          </p:cNvPr>
          <p:cNvSpPr txBox="1"/>
          <p:nvPr/>
        </p:nvSpPr>
        <p:spPr>
          <a:xfrm>
            <a:off x="2063426" y="4113182"/>
            <a:ext cx="137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070242-9BBA-8792-0F20-B6B04209F1C6}"/>
              </a:ext>
            </a:extLst>
          </p:cNvPr>
          <p:cNvSpPr txBox="1"/>
          <p:nvPr/>
        </p:nvSpPr>
        <p:spPr>
          <a:xfrm>
            <a:off x="6096000" y="4091739"/>
            <a:ext cx="137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6680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7958A-0270-21DA-7224-4A03309EA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5CF8FE-E41D-6E38-A720-E960622172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CBC62C-5813-71BC-8A33-C84BF59CB05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456077-FF85-4B67-3A59-9D4D33B793BB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4C3293-98FF-30C1-02EB-407402D7107E}"/>
              </a:ext>
            </a:extLst>
          </p:cNvPr>
          <p:cNvCxnSpPr>
            <a:cxnSpLocks/>
          </p:cNvCxnSpPr>
          <p:nvPr/>
        </p:nvCxnSpPr>
        <p:spPr>
          <a:xfrm>
            <a:off x="2063426" y="4714292"/>
            <a:ext cx="15568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27368CD-0D7E-B61F-5D4F-2CE7FB1D34E6}"/>
              </a:ext>
            </a:extLst>
          </p:cNvPr>
          <p:cNvSpPr/>
          <p:nvPr/>
        </p:nvSpPr>
        <p:spPr>
          <a:xfrm>
            <a:off x="3620278" y="3429000"/>
            <a:ext cx="2183363" cy="24119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Embedded system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45C6DC-2DCE-F6D9-7E3E-A24549938000}"/>
              </a:ext>
            </a:extLst>
          </p:cNvPr>
          <p:cNvCxnSpPr>
            <a:stCxn id="7" idx="3"/>
          </p:cNvCxnSpPr>
          <p:nvPr/>
        </p:nvCxnSpPr>
        <p:spPr>
          <a:xfrm>
            <a:off x="5803641" y="4634982"/>
            <a:ext cx="2556588" cy="11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4FBBC3F-EC89-0589-2236-7F5EC84759AF}"/>
              </a:ext>
            </a:extLst>
          </p:cNvPr>
          <p:cNvSpPr txBox="1"/>
          <p:nvPr/>
        </p:nvSpPr>
        <p:spPr>
          <a:xfrm>
            <a:off x="2334014" y="4176587"/>
            <a:ext cx="137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BF5FBA-C7F4-DCBE-1C9A-05665F719C7C}"/>
              </a:ext>
            </a:extLst>
          </p:cNvPr>
          <p:cNvSpPr txBox="1"/>
          <p:nvPr/>
        </p:nvSpPr>
        <p:spPr>
          <a:xfrm>
            <a:off x="6273282" y="4181518"/>
            <a:ext cx="137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3007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ED97F-C949-E3B4-2FE3-2E6E8ECF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28B89011-E7FE-9D2C-9DD5-B1E06CF6F7A5}"/>
              </a:ext>
            </a:extLst>
          </p:cNvPr>
          <p:cNvSpPr/>
          <p:nvPr/>
        </p:nvSpPr>
        <p:spPr>
          <a:xfrm>
            <a:off x="2237987" y="3429000"/>
            <a:ext cx="5972952" cy="2570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17605-DC2E-9B4F-C656-FF6DE0B77D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CCAED0-B1A5-923F-FD06-E1384196ABC5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12B451-8E79-BEEC-77FC-6B55C3FADE34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A7736A-B27C-671A-B221-6EFE6C7418AE}"/>
              </a:ext>
            </a:extLst>
          </p:cNvPr>
          <p:cNvSpPr/>
          <p:nvPr/>
        </p:nvSpPr>
        <p:spPr>
          <a:xfrm>
            <a:off x="2551891" y="5280691"/>
            <a:ext cx="2300027" cy="4230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659ED4-4DCD-DEEE-DE68-8160B3C87955}"/>
              </a:ext>
            </a:extLst>
          </p:cNvPr>
          <p:cNvSpPr/>
          <p:nvPr/>
        </p:nvSpPr>
        <p:spPr>
          <a:xfrm>
            <a:off x="5431051" y="4051016"/>
            <a:ext cx="900954" cy="61812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41B84D-9EA3-95AB-3F13-FA50C25EE8BE}"/>
              </a:ext>
            </a:extLst>
          </p:cNvPr>
          <p:cNvSpPr/>
          <p:nvPr/>
        </p:nvSpPr>
        <p:spPr>
          <a:xfrm>
            <a:off x="5209127" y="5042228"/>
            <a:ext cx="755779" cy="46385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75969E-1761-F11E-DA9C-E8F89A5A556A}"/>
              </a:ext>
            </a:extLst>
          </p:cNvPr>
          <p:cNvSpPr/>
          <p:nvPr/>
        </p:nvSpPr>
        <p:spPr>
          <a:xfrm>
            <a:off x="6026979" y="5022663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18F2F2-4BDF-28BC-8DC8-8510E6F473F2}"/>
              </a:ext>
            </a:extLst>
          </p:cNvPr>
          <p:cNvSpPr/>
          <p:nvPr/>
        </p:nvSpPr>
        <p:spPr>
          <a:xfrm>
            <a:off x="7136116" y="5104493"/>
            <a:ext cx="628114" cy="33932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9BA479-0801-EAAB-4DCF-1A034A61B036}"/>
              </a:ext>
            </a:extLst>
          </p:cNvPr>
          <p:cNvSpPr txBox="1"/>
          <p:nvPr/>
        </p:nvSpPr>
        <p:spPr>
          <a:xfrm>
            <a:off x="2300077" y="3610738"/>
            <a:ext cx="182879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Micro processor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151F75A-58EE-D3B0-0A7A-0D5612209E34}"/>
              </a:ext>
            </a:extLst>
          </p:cNvPr>
          <p:cNvCxnSpPr>
            <a:cxnSpLocks/>
            <a:stCxn id="4" idx="0"/>
            <a:endCxn id="35" idx="2"/>
          </p:cNvCxnSpPr>
          <p:nvPr/>
        </p:nvCxnSpPr>
        <p:spPr>
          <a:xfrm flipH="1" flipV="1">
            <a:off x="3214477" y="3980070"/>
            <a:ext cx="487428" cy="1300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D723E502-7B12-92EA-9E3F-E474EFA25D2F}"/>
              </a:ext>
            </a:extLst>
          </p:cNvPr>
          <p:cNvSpPr/>
          <p:nvPr/>
        </p:nvSpPr>
        <p:spPr>
          <a:xfrm>
            <a:off x="6772520" y="4449217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5028152-1EC0-26B4-4ADF-54075989C35F}"/>
              </a:ext>
            </a:extLst>
          </p:cNvPr>
          <p:cNvSpPr/>
          <p:nvPr/>
        </p:nvSpPr>
        <p:spPr>
          <a:xfrm>
            <a:off x="4243236" y="4423587"/>
            <a:ext cx="677653" cy="43984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</p:spTree>
    <p:extLst>
      <p:ext uri="{BB962C8B-B14F-4D97-AF65-F5344CB8AC3E}">
        <p14:creationId xmlns:p14="http://schemas.microsoft.com/office/powerpoint/2010/main" val="170258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1713-C0AA-73A0-785D-E6815A42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8B28D058-EDD2-CD30-CF02-2B8309C8A9F3}"/>
              </a:ext>
            </a:extLst>
          </p:cNvPr>
          <p:cNvSpPr/>
          <p:nvPr/>
        </p:nvSpPr>
        <p:spPr>
          <a:xfrm>
            <a:off x="2265995" y="3350293"/>
            <a:ext cx="6150217" cy="26656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5FCBD3-52EE-9075-C6ED-2EFDD3278A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6BED9D-B5DC-AAFA-D284-5E01C76180F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402A9-514D-9B3A-46C8-F7FA6E689B0F}"/>
              </a:ext>
            </a:extLst>
          </p:cNvPr>
          <p:cNvSpPr txBox="1"/>
          <p:nvPr/>
        </p:nvSpPr>
        <p:spPr>
          <a:xfrm>
            <a:off x="499934" y="2160044"/>
            <a:ext cx="8858670" cy="58477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Von-Neu Mann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F7502A-0137-B7A0-1FA8-610C87BF6327}"/>
              </a:ext>
            </a:extLst>
          </p:cNvPr>
          <p:cNvSpPr/>
          <p:nvPr/>
        </p:nvSpPr>
        <p:spPr>
          <a:xfrm>
            <a:off x="2551891" y="5280691"/>
            <a:ext cx="2300027" cy="42305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258DBD-E49A-B599-E9D6-BD902482183D}"/>
              </a:ext>
            </a:extLst>
          </p:cNvPr>
          <p:cNvSpPr txBox="1"/>
          <p:nvPr/>
        </p:nvSpPr>
        <p:spPr>
          <a:xfrm>
            <a:off x="2300077" y="3610738"/>
            <a:ext cx="182879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Micro processor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C64907F-6085-9D22-DC13-CD7FD43EA104}"/>
              </a:ext>
            </a:extLst>
          </p:cNvPr>
          <p:cNvCxnSpPr>
            <a:cxnSpLocks/>
            <a:stCxn id="4" idx="0"/>
            <a:endCxn id="35" idx="2"/>
          </p:cNvCxnSpPr>
          <p:nvPr/>
        </p:nvCxnSpPr>
        <p:spPr>
          <a:xfrm flipH="1" flipV="1">
            <a:off x="3214477" y="3980070"/>
            <a:ext cx="487428" cy="13006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A937ED5-99B8-5FD4-0CDB-AE6670C18798}"/>
              </a:ext>
            </a:extLst>
          </p:cNvPr>
          <p:cNvSpPr/>
          <p:nvPr/>
        </p:nvSpPr>
        <p:spPr>
          <a:xfrm>
            <a:off x="4378864" y="3269729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8711F9-0E0E-5F25-ECF2-A46379DF4334}"/>
              </a:ext>
            </a:extLst>
          </p:cNvPr>
          <p:cNvSpPr/>
          <p:nvPr/>
        </p:nvSpPr>
        <p:spPr>
          <a:xfrm>
            <a:off x="4538216" y="3667941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7CCC9C-F7B9-8918-E132-35F00FE00C2D}"/>
              </a:ext>
            </a:extLst>
          </p:cNvPr>
          <p:cNvSpPr/>
          <p:nvPr/>
        </p:nvSpPr>
        <p:spPr>
          <a:xfrm>
            <a:off x="4427357" y="4079715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B15AD-DDFB-FC82-168C-C630F07C0CD3}"/>
              </a:ext>
            </a:extLst>
          </p:cNvPr>
          <p:cNvSpPr/>
          <p:nvPr/>
        </p:nvSpPr>
        <p:spPr>
          <a:xfrm>
            <a:off x="4451019" y="4413464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I2C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A7C1B3-0959-8E53-1458-C1A779042D47}"/>
              </a:ext>
            </a:extLst>
          </p:cNvPr>
          <p:cNvSpPr/>
          <p:nvPr/>
        </p:nvSpPr>
        <p:spPr>
          <a:xfrm>
            <a:off x="1354640" y="4343298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C1F633-1CB0-6FBB-0974-8CCA79CDCC3F}"/>
              </a:ext>
            </a:extLst>
          </p:cNvPr>
          <p:cNvSpPr/>
          <p:nvPr/>
        </p:nvSpPr>
        <p:spPr>
          <a:xfrm>
            <a:off x="2447731" y="5999584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E0890C-7D44-68EB-DFCF-722E3B8EC004}"/>
              </a:ext>
            </a:extLst>
          </p:cNvPr>
          <p:cNvSpPr/>
          <p:nvPr/>
        </p:nvSpPr>
        <p:spPr>
          <a:xfrm>
            <a:off x="5793205" y="4816031"/>
            <a:ext cx="850192" cy="40448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GPIO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7AA03D-CF9C-9E8F-A516-0EFCF881D465}"/>
              </a:ext>
            </a:extLst>
          </p:cNvPr>
          <p:cNvSpPr/>
          <p:nvPr/>
        </p:nvSpPr>
        <p:spPr>
          <a:xfrm>
            <a:off x="4217436" y="6052811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F87038-A50E-00C8-67B3-E4BE164D3CAE}"/>
              </a:ext>
            </a:extLst>
          </p:cNvPr>
          <p:cNvSpPr/>
          <p:nvPr/>
        </p:nvSpPr>
        <p:spPr>
          <a:xfrm>
            <a:off x="5816866" y="4071559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AD09A2-E1B9-FFFA-0D6B-A6ECBFA8F6CB}"/>
              </a:ext>
            </a:extLst>
          </p:cNvPr>
          <p:cNvSpPr/>
          <p:nvPr/>
        </p:nvSpPr>
        <p:spPr>
          <a:xfrm>
            <a:off x="7153516" y="5374230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1F0A85-C8EB-617B-95B3-B2B85CD6D0E2}"/>
              </a:ext>
            </a:extLst>
          </p:cNvPr>
          <p:cNvSpPr/>
          <p:nvPr/>
        </p:nvSpPr>
        <p:spPr>
          <a:xfrm>
            <a:off x="7153516" y="4563462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7BDA3A-5EEF-4F9C-A5FB-99C9C9A6728A}"/>
              </a:ext>
            </a:extLst>
          </p:cNvPr>
          <p:cNvSpPr/>
          <p:nvPr/>
        </p:nvSpPr>
        <p:spPr>
          <a:xfrm>
            <a:off x="7116539" y="3654509"/>
            <a:ext cx="923731" cy="54347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3A35A76-BC0E-80B2-4522-9A2FA75FF686}"/>
              </a:ext>
            </a:extLst>
          </p:cNvPr>
          <p:cNvSpPr/>
          <p:nvPr/>
        </p:nvSpPr>
        <p:spPr>
          <a:xfrm>
            <a:off x="5755882" y="3470575"/>
            <a:ext cx="961053" cy="4972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UART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55FD7E-E31C-18F3-1F80-CA5B3271CB7A}"/>
              </a:ext>
            </a:extLst>
          </p:cNvPr>
          <p:cNvSpPr/>
          <p:nvPr/>
        </p:nvSpPr>
        <p:spPr>
          <a:xfrm>
            <a:off x="4637279" y="3149300"/>
            <a:ext cx="503888" cy="279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2E3C39-716C-3D9F-9584-48EFFE96EEF0}"/>
              </a:ext>
            </a:extLst>
          </p:cNvPr>
          <p:cNvSpPr/>
          <p:nvPr/>
        </p:nvSpPr>
        <p:spPr>
          <a:xfrm>
            <a:off x="5887491" y="3149300"/>
            <a:ext cx="608892" cy="312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2D2279-C443-FE40-9BDE-50EAD7C9FBF2}"/>
              </a:ext>
            </a:extLst>
          </p:cNvPr>
          <p:cNvSpPr/>
          <p:nvPr/>
        </p:nvSpPr>
        <p:spPr>
          <a:xfrm>
            <a:off x="9157481" y="3161473"/>
            <a:ext cx="1371600" cy="101293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PORT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76397E-201E-D667-9CCD-937DAF8FE8EE}"/>
              </a:ext>
            </a:extLst>
          </p:cNvPr>
          <p:cNvCxnSpPr>
            <a:stCxn id="25" idx="0"/>
            <a:endCxn id="23" idx="0"/>
          </p:cNvCxnSpPr>
          <p:nvPr/>
        </p:nvCxnSpPr>
        <p:spPr>
          <a:xfrm flipH="1" flipV="1">
            <a:off x="4889223" y="3149300"/>
            <a:ext cx="4954058" cy="12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E9E7259-0E6D-6ACE-F1F5-58C86262ADDA}"/>
              </a:ext>
            </a:extLst>
          </p:cNvPr>
          <p:cNvSpPr/>
          <p:nvPr/>
        </p:nvSpPr>
        <p:spPr>
          <a:xfrm>
            <a:off x="9078798" y="4552768"/>
            <a:ext cx="1371600" cy="883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80917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0DF9E-3BFD-A687-82DC-C2090921C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245BFFD-BB3E-0604-CD8C-08BAEC5A1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C1CF53-047D-DC56-8F79-A15204C8BBDD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9B4D1-3600-A519-3A82-1AA78BBBF4C1}"/>
              </a:ext>
            </a:extLst>
          </p:cNvPr>
          <p:cNvSpPr txBox="1"/>
          <p:nvPr/>
        </p:nvSpPr>
        <p:spPr>
          <a:xfrm>
            <a:off x="499934" y="2160044"/>
            <a:ext cx="8858670" cy="3046988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A: 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R: real-time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M: micro-controller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AHB vs APB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Priority</a:t>
            </a:r>
          </a:p>
        </p:txBody>
      </p:sp>
    </p:spTree>
    <p:extLst>
      <p:ext uri="{BB962C8B-B14F-4D97-AF65-F5344CB8AC3E}">
        <p14:creationId xmlns:p14="http://schemas.microsoft.com/office/powerpoint/2010/main" val="375351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BB4A-F324-65E8-383F-A8CDD089B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3B8C5D-9105-9606-943A-5E4502BC41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879C14-27AB-E60D-8E3D-8E44E2BF6635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uC</a:t>
            </a:r>
            <a:r>
              <a:rPr lang="en-US" sz="4000" dirty="0"/>
              <a:t>, </a:t>
            </a:r>
            <a:r>
              <a:rPr lang="en-US" sz="4000" dirty="0" err="1"/>
              <a:t>uP</a:t>
            </a:r>
            <a:r>
              <a:rPr lang="en-US" sz="4000" dirty="0"/>
              <a:t> vs SoC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9E904-2D2D-4433-2851-08490CD80CD2}"/>
              </a:ext>
            </a:extLst>
          </p:cNvPr>
          <p:cNvSpPr/>
          <p:nvPr/>
        </p:nvSpPr>
        <p:spPr>
          <a:xfrm>
            <a:off x="2021631" y="3116424"/>
            <a:ext cx="1278294" cy="1082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484963-5B84-913D-05DF-BDB612DB8356}"/>
              </a:ext>
            </a:extLst>
          </p:cNvPr>
          <p:cNvSpPr/>
          <p:nvPr/>
        </p:nvSpPr>
        <p:spPr>
          <a:xfrm>
            <a:off x="3592286" y="2808514"/>
            <a:ext cx="933061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A427D8-834D-D129-0643-ADEBAA6C794F}"/>
              </a:ext>
            </a:extLst>
          </p:cNvPr>
          <p:cNvSpPr/>
          <p:nvPr/>
        </p:nvSpPr>
        <p:spPr>
          <a:xfrm>
            <a:off x="3592285" y="3894923"/>
            <a:ext cx="933061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2635D-6B99-6D62-A483-E2C4743E8CA6}"/>
              </a:ext>
            </a:extLst>
          </p:cNvPr>
          <p:cNvSpPr/>
          <p:nvPr/>
        </p:nvSpPr>
        <p:spPr>
          <a:xfrm>
            <a:off x="6096000" y="3228391"/>
            <a:ext cx="1278294" cy="10823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8EBE50-A824-9DA3-64D9-332D3F8934EA}"/>
              </a:ext>
            </a:extLst>
          </p:cNvPr>
          <p:cNvSpPr/>
          <p:nvPr/>
        </p:nvSpPr>
        <p:spPr>
          <a:xfrm>
            <a:off x="7666655" y="2808514"/>
            <a:ext cx="933061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C81E83-413B-8870-FDB4-97515B429D20}"/>
              </a:ext>
            </a:extLst>
          </p:cNvPr>
          <p:cNvSpPr/>
          <p:nvPr/>
        </p:nvSpPr>
        <p:spPr>
          <a:xfrm>
            <a:off x="7716417" y="3847662"/>
            <a:ext cx="933061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108664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420</TotalTime>
  <Words>306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193</cp:revision>
  <dcterms:created xsi:type="dcterms:W3CDTF">2024-01-20T03:37:02Z</dcterms:created>
  <dcterms:modified xsi:type="dcterms:W3CDTF">2024-12-26T13:30:38Z</dcterms:modified>
</cp:coreProperties>
</file>