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294" r:id="rId4"/>
    <p:sldId id="296" r:id="rId5"/>
    <p:sldId id="297" r:id="rId6"/>
    <p:sldId id="298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EB3"/>
    <a:srgbClr val="C8CFA0"/>
    <a:srgbClr val="EF9C66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Review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Programing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 build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Layer concept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26164F-2E38-4E94-AD59-C0C80CD0FD44}"/>
              </a:ext>
            </a:extLst>
          </p:cNvPr>
          <p:cNvSpPr/>
          <p:nvPr/>
        </p:nvSpPr>
        <p:spPr>
          <a:xfrm>
            <a:off x="1559293" y="2071580"/>
            <a:ext cx="9711890" cy="396345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1C9FD-1571-49A7-8948-EC31ACB52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862D8E-3E89-45B1-9966-69247B0C2D83}"/>
              </a:ext>
            </a:extLst>
          </p:cNvPr>
          <p:cNvSpPr/>
          <p:nvPr/>
        </p:nvSpPr>
        <p:spPr>
          <a:xfrm>
            <a:off x="1928276" y="2350283"/>
            <a:ext cx="4581625" cy="32419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  <a:p>
            <a:pPr algn="ctr"/>
            <a:r>
              <a:rPr lang="en-US" dirty="0" err="1"/>
              <a:t>Print_array</a:t>
            </a:r>
            <a:r>
              <a:rPr lang="en-US" dirty="0"/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A8696C-2595-4D45-816A-B4CE38080806}"/>
              </a:ext>
            </a:extLst>
          </p:cNvPr>
          <p:cNvSpPr/>
          <p:nvPr/>
        </p:nvSpPr>
        <p:spPr>
          <a:xfrm>
            <a:off x="8248843" y="3181149"/>
            <a:ext cx="1973180" cy="10154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Print_array</a:t>
            </a:r>
            <a:r>
              <a:rPr lang="en-US" dirty="0"/>
              <a:t>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F1AB6D-0F96-44B4-8A72-FFF08B7D2C9B}"/>
              </a:ext>
            </a:extLst>
          </p:cNvPr>
          <p:cNvSpPr txBox="1"/>
          <p:nvPr/>
        </p:nvSpPr>
        <p:spPr>
          <a:xfrm>
            <a:off x="7632834" y="682189"/>
            <a:ext cx="1732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vi-VN" dirty="0"/>
              <a:t>Ư</a:t>
            </a:r>
            <a:r>
              <a:rPr lang="en-US" dirty="0"/>
              <a:t>U TRẠNG THÁI TẠM THỜI</a:t>
            </a:r>
          </a:p>
          <a:p>
            <a:r>
              <a:rPr lang="en-US" dirty="0"/>
              <a:t>(stacking)</a:t>
            </a:r>
          </a:p>
          <a:p>
            <a:r>
              <a:rPr lang="en-US" dirty="0"/>
              <a:t>C 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lại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239923-EA87-45A5-898E-F73ECBA79B0A}"/>
              </a:ext>
            </a:extLst>
          </p:cNvPr>
          <p:cNvSpPr txBox="1"/>
          <p:nvPr/>
        </p:nvSpPr>
        <p:spPr>
          <a:xfrm>
            <a:off x="7563853" y="5934670"/>
            <a:ext cx="1732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Un-stacking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F7785C-8E01-4DF5-B61F-76DCB623EAAD}"/>
              </a:ext>
            </a:extLst>
          </p:cNvPr>
          <p:cNvCxnSpPr>
            <a:cxnSpLocks/>
          </p:cNvCxnSpPr>
          <p:nvPr/>
        </p:nvCxnSpPr>
        <p:spPr>
          <a:xfrm flipH="1">
            <a:off x="809324" y="1607419"/>
            <a:ext cx="77804" cy="4696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9CE9D18-8235-411D-8A82-B6DA0DCD3F62}"/>
              </a:ext>
            </a:extLst>
          </p:cNvPr>
          <p:cNvCxnSpPr/>
          <p:nvPr/>
        </p:nvCxnSpPr>
        <p:spPr>
          <a:xfrm flipV="1">
            <a:off x="5866594" y="3307988"/>
            <a:ext cx="2781701" cy="6328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5891ECC-0DF7-4A20-B975-D3D330038F26}"/>
              </a:ext>
            </a:extLst>
          </p:cNvPr>
          <p:cNvCxnSpPr/>
          <p:nvPr/>
        </p:nvCxnSpPr>
        <p:spPr>
          <a:xfrm flipH="1" flipV="1">
            <a:off x="4783756" y="4547936"/>
            <a:ext cx="4581625" cy="146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1441595-27F3-4CB8-8B6F-F1C150CBBFCE}"/>
              </a:ext>
            </a:extLst>
          </p:cNvPr>
          <p:cNvCxnSpPr/>
          <p:nvPr/>
        </p:nvCxnSpPr>
        <p:spPr>
          <a:xfrm flipH="1">
            <a:off x="4783756" y="4017641"/>
            <a:ext cx="4639375" cy="2189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3C11135-15C2-4C1B-8B72-6002ADC29167}"/>
              </a:ext>
            </a:extLst>
          </p:cNvPr>
          <p:cNvSpPr/>
          <p:nvPr/>
        </p:nvSpPr>
        <p:spPr>
          <a:xfrm>
            <a:off x="2954953" y="2915495"/>
            <a:ext cx="1862481" cy="4081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Print_array</a:t>
            </a:r>
            <a:r>
              <a:rPr lang="en-US" dirty="0"/>
              <a:t>()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A6C927-7320-4150-9400-29D7180A93EB}"/>
              </a:ext>
            </a:extLst>
          </p:cNvPr>
          <p:cNvSpPr/>
          <p:nvPr/>
        </p:nvSpPr>
        <p:spPr>
          <a:xfrm>
            <a:off x="3143458" y="3558597"/>
            <a:ext cx="1618634" cy="5077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Print_array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82688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1C9FD-1571-49A7-8948-EC31ACB52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F1AB6D-0F96-44B4-8A72-FFF08B7D2C9B}"/>
              </a:ext>
            </a:extLst>
          </p:cNvPr>
          <p:cNvSpPr txBox="1"/>
          <p:nvPr/>
        </p:nvSpPr>
        <p:spPr>
          <a:xfrm>
            <a:off x="7632834" y="682189"/>
            <a:ext cx="1732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vi-VN" dirty="0"/>
              <a:t>Ư</a:t>
            </a:r>
            <a:r>
              <a:rPr lang="en-US" dirty="0"/>
              <a:t>U TRẠNG THÁI TẠM THỜI</a:t>
            </a:r>
          </a:p>
          <a:p>
            <a:r>
              <a:rPr lang="en-US" dirty="0"/>
              <a:t>(stacking)</a:t>
            </a:r>
          </a:p>
          <a:p>
            <a:r>
              <a:rPr lang="en-US" dirty="0"/>
              <a:t>C 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lại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F7785C-8E01-4DF5-B61F-76DCB623EAAD}"/>
              </a:ext>
            </a:extLst>
          </p:cNvPr>
          <p:cNvCxnSpPr>
            <a:cxnSpLocks/>
          </p:cNvCxnSpPr>
          <p:nvPr/>
        </p:nvCxnSpPr>
        <p:spPr>
          <a:xfrm flipH="1">
            <a:off x="809324" y="1607419"/>
            <a:ext cx="77804" cy="4696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905C402-9E9A-4D4A-A44B-18FE452F2F06}"/>
              </a:ext>
            </a:extLst>
          </p:cNvPr>
          <p:cNvSpPr/>
          <p:nvPr/>
        </p:nvSpPr>
        <p:spPr>
          <a:xfrm>
            <a:off x="1828801" y="2819424"/>
            <a:ext cx="2772076" cy="2156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.c</a:t>
            </a:r>
          </a:p>
          <a:p>
            <a:pPr algn="ctr"/>
            <a:r>
              <a:rPr lang="en-US" dirty="0"/>
              <a:t>Human readable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126251-B614-4781-A045-1F7E83ADB4DD}"/>
              </a:ext>
            </a:extLst>
          </p:cNvPr>
          <p:cNvSpPr/>
          <p:nvPr/>
        </p:nvSpPr>
        <p:spPr>
          <a:xfrm>
            <a:off x="8499107" y="3262964"/>
            <a:ext cx="2685449" cy="13255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 language</a:t>
            </a:r>
          </a:p>
          <a:p>
            <a:pPr algn="ctr"/>
            <a:r>
              <a:rPr lang="en-US" dirty="0"/>
              <a:t>.exe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6D29543-08A6-461A-A55C-32B38A0D04DB}"/>
              </a:ext>
            </a:extLst>
          </p:cNvPr>
          <p:cNvCxnSpPr>
            <a:stCxn id="3" idx="3"/>
          </p:cNvCxnSpPr>
          <p:nvPr/>
        </p:nvCxnSpPr>
        <p:spPr>
          <a:xfrm>
            <a:off x="4600877" y="3897454"/>
            <a:ext cx="4013734" cy="673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3330C8D-FF7D-49CB-A7EC-7019D02D69B5}"/>
              </a:ext>
            </a:extLst>
          </p:cNvPr>
          <p:cNvSpPr txBox="1"/>
          <p:nvPr/>
        </p:nvSpPr>
        <p:spPr>
          <a:xfrm>
            <a:off x="5980496" y="4015785"/>
            <a:ext cx="1536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Compiler</a:t>
            </a:r>
          </a:p>
          <a:p>
            <a:r>
              <a:rPr lang="en-US" dirty="0" err="1"/>
              <a:t>gcc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5B64EC-6EDE-4E9F-BBAA-3AE9C05274A1}"/>
              </a:ext>
            </a:extLst>
          </p:cNvPr>
          <p:cNvSpPr/>
          <p:nvPr/>
        </p:nvSpPr>
        <p:spPr>
          <a:xfrm>
            <a:off x="5520088" y="3297430"/>
            <a:ext cx="2059807" cy="10270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</a:t>
            </a:r>
          </a:p>
          <a:p>
            <a:pPr algn="ctr"/>
            <a:r>
              <a:rPr lang="en-US" dirty="0"/>
              <a:t>.s</a:t>
            </a:r>
          </a:p>
        </p:txBody>
      </p:sp>
    </p:spTree>
    <p:extLst>
      <p:ext uri="{BB962C8B-B14F-4D97-AF65-F5344CB8AC3E}">
        <p14:creationId xmlns:p14="http://schemas.microsoft.com/office/powerpoint/2010/main" val="29656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1C9FD-1571-49A7-8948-EC31ACB52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F1AB6D-0F96-44B4-8A72-FFF08B7D2C9B}"/>
              </a:ext>
            </a:extLst>
          </p:cNvPr>
          <p:cNvSpPr txBox="1"/>
          <p:nvPr/>
        </p:nvSpPr>
        <p:spPr>
          <a:xfrm>
            <a:off x="7632834" y="682189"/>
            <a:ext cx="1732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vi-VN" dirty="0"/>
              <a:t>Ư</a:t>
            </a:r>
            <a:r>
              <a:rPr lang="en-US" dirty="0"/>
              <a:t>U TRẠNG THÁI TẠM THỜI</a:t>
            </a:r>
          </a:p>
          <a:p>
            <a:r>
              <a:rPr lang="en-US" dirty="0"/>
              <a:t>(stacking)</a:t>
            </a:r>
          </a:p>
          <a:p>
            <a:r>
              <a:rPr lang="en-US" dirty="0"/>
              <a:t>C 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lại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F7785C-8E01-4DF5-B61F-76DCB623EAAD}"/>
              </a:ext>
            </a:extLst>
          </p:cNvPr>
          <p:cNvCxnSpPr>
            <a:cxnSpLocks/>
          </p:cNvCxnSpPr>
          <p:nvPr/>
        </p:nvCxnSpPr>
        <p:spPr>
          <a:xfrm flipH="1">
            <a:off x="809324" y="1607419"/>
            <a:ext cx="77804" cy="4696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905C402-9E9A-4D4A-A44B-18FE452F2F06}"/>
              </a:ext>
            </a:extLst>
          </p:cNvPr>
          <p:cNvSpPr/>
          <p:nvPr/>
        </p:nvSpPr>
        <p:spPr>
          <a:xfrm>
            <a:off x="1342725" y="2794705"/>
            <a:ext cx="2772076" cy="2156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.c</a:t>
            </a:r>
          </a:p>
          <a:p>
            <a:pPr algn="ctr"/>
            <a:r>
              <a:rPr lang="en-US" dirty="0"/>
              <a:t>#include</a:t>
            </a:r>
          </a:p>
          <a:p>
            <a:pPr algn="ctr"/>
            <a:r>
              <a:rPr lang="en-US" dirty="0"/>
              <a:t>#define</a:t>
            </a:r>
          </a:p>
          <a:p>
            <a:pPr algn="ctr"/>
            <a:r>
              <a:rPr lang="en-US" dirty="0"/>
              <a:t>comment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2B8E7B-457B-4C99-BDA9-DF1B6D4304F2}"/>
              </a:ext>
            </a:extLst>
          </p:cNvPr>
          <p:cNvSpPr/>
          <p:nvPr/>
        </p:nvSpPr>
        <p:spPr>
          <a:xfrm>
            <a:off x="4687904" y="3402257"/>
            <a:ext cx="1684421" cy="11069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i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6B105B-E696-460F-B328-F8BB769C4698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114801" y="3872735"/>
            <a:ext cx="573103" cy="82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3456E90-98C9-4E8E-A243-3045FB3D0D63}"/>
              </a:ext>
            </a:extLst>
          </p:cNvPr>
          <p:cNvSpPr txBox="1"/>
          <p:nvPr/>
        </p:nvSpPr>
        <p:spPr>
          <a:xfrm>
            <a:off x="4957011" y="2271562"/>
            <a:ext cx="1992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r>
              <a:rPr lang="en-US" dirty="0"/>
              <a:t>preprocessor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40DB80-D793-40EB-B5D4-4F6C0383AED4}"/>
              </a:ext>
            </a:extLst>
          </p:cNvPr>
          <p:cNvSpPr/>
          <p:nvPr/>
        </p:nvSpPr>
        <p:spPr>
          <a:xfrm>
            <a:off x="7262262" y="3627286"/>
            <a:ext cx="1671586" cy="86627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830B30-39FE-4226-9354-7D43CD60B76E}"/>
              </a:ext>
            </a:extLst>
          </p:cNvPr>
          <p:cNvCxnSpPr>
            <a:stCxn id="4" idx="3"/>
            <a:endCxn id="14" idx="1"/>
          </p:cNvCxnSpPr>
          <p:nvPr/>
        </p:nvCxnSpPr>
        <p:spPr>
          <a:xfrm>
            <a:off x="6372325" y="3955710"/>
            <a:ext cx="889937" cy="104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296A260-AE5F-4795-89D0-301329197AB9}"/>
              </a:ext>
            </a:extLst>
          </p:cNvPr>
          <p:cNvSpPr txBox="1"/>
          <p:nvPr/>
        </p:nvSpPr>
        <p:spPr>
          <a:xfrm>
            <a:off x="7603958" y="2755654"/>
            <a:ext cx="121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assembler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67288C-5084-46E1-B3A5-74E1F6878863}"/>
              </a:ext>
            </a:extLst>
          </p:cNvPr>
          <p:cNvSpPr/>
          <p:nvPr/>
        </p:nvSpPr>
        <p:spPr>
          <a:xfrm>
            <a:off x="9779267" y="3724977"/>
            <a:ext cx="1070008" cy="86627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.o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52EC1D3-6D70-4078-BEF4-BCC41DD7A37D}"/>
              </a:ext>
            </a:extLst>
          </p:cNvPr>
          <p:cNvCxnSpPr>
            <a:stCxn id="14" idx="3"/>
            <a:endCxn id="24" idx="1"/>
          </p:cNvCxnSpPr>
          <p:nvPr/>
        </p:nvCxnSpPr>
        <p:spPr>
          <a:xfrm>
            <a:off x="8933848" y="4060423"/>
            <a:ext cx="845419" cy="97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DF1DC45-9EE1-445D-BE5E-461E93DCA972}"/>
              </a:ext>
            </a:extLst>
          </p:cNvPr>
          <p:cNvSpPr/>
          <p:nvPr/>
        </p:nvSpPr>
        <p:spPr>
          <a:xfrm>
            <a:off x="9779267" y="4926697"/>
            <a:ext cx="1070008" cy="86627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.exe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CBEFC4-C9ED-4D4C-8586-017A0DF2D5A9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10314271" y="4591251"/>
            <a:ext cx="0" cy="335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524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1C9FD-1571-49A7-8948-EC31ACB52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F1AB6D-0F96-44B4-8A72-FFF08B7D2C9B}"/>
              </a:ext>
            </a:extLst>
          </p:cNvPr>
          <p:cNvSpPr txBox="1"/>
          <p:nvPr/>
        </p:nvSpPr>
        <p:spPr>
          <a:xfrm>
            <a:off x="7632834" y="682189"/>
            <a:ext cx="1732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vi-VN" dirty="0"/>
              <a:t>Ư</a:t>
            </a:r>
            <a:r>
              <a:rPr lang="en-US" dirty="0"/>
              <a:t>U TRẠNG THÁI TẠM THỜI</a:t>
            </a:r>
          </a:p>
          <a:p>
            <a:r>
              <a:rPr lang="en-US" dirty="0"/>
              <a:t>(stacking)</a:t>
            </a:r>
          </a:p>
          <a:p>
            <a:r>
              <a:rPr lang="en-US" dirty="0"/>
              <a:t>C 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lại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F7785C-8E01-4DF5-B61F-76DCB623EAAD}"/>
              </a:ext>
            </a:extLst>
          </p:cNvPr>
          <p:cNvCxnSpPr>
            <a:cxnSpLocks/>
          </p:cNvCxnSpPr>
          <p:nvPr/>
        </p:nvCxnSpPr>
        <p:spPr>
          <a:xfrm flipH="1">
            <a:off x="809324" y="1607419"/>
            <a:ext cx="77804" cy="4696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AB9C753-E8E5-4B63-840B-711AD234D629}"/>
              </a:ext>
            </a:extLst>
          </p:cNvPr>
          <p:cNvSpPr/>
          <p:nvPr/>
        </p:nvSpPr>
        <p:spPr>
          <a:xfrm>
            <a:off x="2107932" y="2762451"/>
            <a:ext cx="9962147" cy="22130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CD06B8-EBB8-459C-BF3C-C9C61341DD3C}"/>
              </a:ext>
            </a:extLst>
          </p:cNvPr>
          <p:cNvSpPr/>
          <p:nvPr/>
        </p:nvSpPr>
        <p:spPr>
          <a:xfrm>
            <a:off x="2579571" y="3320716"/>
            <a:ext cx="1761423" cy="102027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508AFF-016D-44F4-9E23-BF2BE423CE62}"/>
              </a:ext>
            </a:extLst>
          </p:cNvPr>
          <p:cNvSpPr/>
          <p:nvPr/>
        </p:nvSpPr>
        <p:spPr>
          <a:xfrm>
            <a:off x="4645794" y="3320716"/>
            <a:ext cx="1761423" cy="102027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5E74DD-BBDE-453E-9D6E-B805DF6B43C5}"/>
              </a:ext>
            </a:extLst>
          </p:cNvPr>
          <p:cNvSpPr/>
          <p:nvPr/>
        </p:nvSpPr>
        <p:spPr>
          <a:xfrm>
            <a:off x="6598119" y="3336770"/>
            <a:ext cx="1631482" cy="100422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bss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56A9E-D2F5-4D83-BD46-5C14072ECDBF}"/>
              </a:ext>
            </a:extLst>
          </p:cNvPr>
          <p:cNvSpPr/>
          <p:nvPr/>
        </p:nvSpPr>
        <p:spPr>
          <a:xfrm>
            <a:off x="8356334" y="3320716"/>
            <a:ext cx="1631482" cy="100422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5BE79D-0AC8-48FA-A5E6-5C967A4761B7}"/>
              </a:ext>
            </a:extLst>
          </p:cNvPr>
          <p:cNvSpPr/>
          <p:nvPr/>
        </p:nvSpPr>
        <p:spPr>
          <a:xfrm>
            <a:off x="10114550" y="3336770"/>
            <a:ext cx="1631482" cy="10042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374700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F6954-EC2A-F8EE-3D64-0EB4F942D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E42BEB2-467B-7F14-DDF3-044D94336885}"/>
              </a:ext>
            </a:extLst>
          </p:cNvPr>
          <p:cNvSpPr txBox="1"/>
          <p:nvPr/>
        </p:nvSpPr>
        <p:spPr>
          <a:xfrm>
            <a:off x="5028989" y="523380"/>
            <a:ext cx="33485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Stacking:</a:t>
            </a:r>
          </a:p>
          <a:p>
            <a:r>
              <a:rPr lang="en-US"/>
              <a:t>Lưu các biến tạm thời</a:t>
            </a:r>
          </a:p>
          <a:p>
            <a:endParaRPr lang="en-US"/>
          </a:p>
          <a:p>
            <a:r>
              <a:rPr lang="en-US"/>
              <a:t>Unstacking: ngược lại của stacking</a:t>
            </a:r>
          </a:p>
          <a:p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9E5171-7246-E3BB-9A4E-B0D0734B9029}"/>
              </a:ext>
            </a:extLst>
          </p:cNvPr>
          <p:cNvCxnSpPr>
            <a:cxnSpLocks/>
          </p:cNvCxnSpPr>
          <p:nvPr/>
        </p:nvCxnSpPr>
        <p:spPr>
          <a:xfrm flipH="1">
            <a:off x="974595" y="1261712"/>
            <a:ext cx="77804" cy="4696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1924DEE-3322-AF75-E8AF-9E1FD50077FC}"/>
              </a:ext>
            </a:extLst>
          </p:cNvPr>
          <p:cNvSpPr/>
          <p:nvPr/>
        </p:nvSpPr>
        <p:spPr>
          <a:xfrm>
            <a:off x="8876581" y="2708694"/>
            <a:ext cx="1570008" cy="3595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096055-5FC7-5E15-7CF4-D886AE527A94}"/>
              </a:ext>
            </a:extLst>
          </p:cNvPr>
          <p:cNvSpPr/>
          <p:nvPr/>
        </p:nvSpPr>
        <p:spPr>
          <a:xfrm>
            <a:off x="8876581" y="5598543"/>
            <a:ext cx="1570008" cy="70545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85D397-9AFD-0E80-41CC-2FC5CADD6583}"/>
              </a:ext>
            </a:extLst>
          </p:cNvPr>
          <p:cNvSpPr/>
          <p:nvPr/>
        </p:nvSpPr>
        <p:spPr>
          <a:xfrm>
            <a:off x="8876581" y="5154011"/>
            <a:ext cx="1570008" cy="4445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A2952A-A11D-3325-2630-737C0A474CBB}"/>
              </a:ext>
            </a:extLst>
          </p:cNvPr>
          <p:cNvSpPr/>
          <p:nvPr/>
        </p:nvSpPr>
        <p:spPr>
          <a:xfrm>
            <a:off x="8886751" y="4789941"/>
            <a:ext cx="1570008" cy="34865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1C8F1B-416B-36DF-ACDC-E03F10BC7F78}"/>
              </a:ext>
            </a:extLst>
          </p:cNvPr>
          <p:cNvSpPr/>
          <p:nvPr/>
        </p:nvSpPr>
        <p:spPr>
          <a:xfrm>
            <a:off x="8876581" y="4488507"/>
            <a:ext cx="1570008" cy="30260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Heap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59A882-27A9-7701-C2A6-8E358CF6435D}"/>
              </a:ext>
            </a:extLst>
          </p:cNvPr>
          <p:cNvSpPr/>
          <p:nvPr/>
        </p:nvSpPr>
        <p:spPr>
          <a:xfrm>
            <a:off x="8876581" y="2708695"/>
            <a:ext cx="1570008" cy="16285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0E2E7-CB5C-0F37-D549-90BCA910B2E7}"/>
              </a:ext>
            </a:extLst>
          </p:cNvPr>
          <p:cNvSpPr txBox="1"/>
          <p:nvPr/>
        </p:nvSpPr>
        <p:spPr>
          <a:xfrm>
            <a:off x="8123208" y="6084778"/>
            <a:ext cx="83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0x0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B5EFE7-5C2E-33C8-96C8-95790D3BDC7E}"/>
              </a:ext>
            </a:extLst>
          </p:cNvPr>
          <p:cNvSpPr txBox="1"/>
          <p:nvPr/>
        </p:nvSpPr>
        <p:spPr>
          <a:xfrm>
            <a:off x="7632834" y="2308534"/>
            <a:ext cx="1489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0xFFFF_FFFF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AA887C-2F96-5DD7-5751-5A1DC052D34C}"/>
              </a:ext>
            </a:extLst>
          </p:cNvPr>
          <p:cNvCxnSpPr>
            <a:cxnSpLocks/>
          </p:cNvCxnSpPr>
          <p:nvPr/>
        </p:nvCxnSpPr>
        <p:spPr>
          <a:xfrm>
            <a:off x="7821669" y="3222946"/>
            <a:ext cx="1243747" cy="63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10E68EF-DC3E-3F85-A809-682E52CEF691}"/>
              </a:ext>
            </a:extLst>
          </p:cNvPr>
          <p:cNvSpPr/>
          <p:nvPr/>
        </p:nvSpPr>
        <p:spPr>
          <a:xfrm>
            <a:off x="1276709" y="1164565"/>
            <a:ext cx="2467155" cy="20617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Main</a:t>
            </a:r>
          </a:p>
          <a:p>
            <a:pPr algn="ctr"/>
            <a:r>
              <a:rPr lang="en-US"/>
              <a:t>Z = sum(3, 4)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FE1359-A5CA-4DA8-AD60-B903EC2FA524}"/>
              </a:ext>
            </a:extLst>
          </p:cNvPr>
          <p:cNvSpPr/>
          <p:nvPr/>
        </p:nvSpPr>
        <p:spPr>
          <a:xfrm>
            <a:off x="4553976" y="3285710"/>
            <a:ext cx="1984848" cy="206171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Sum</a:t>
            </a:r>
          </a:p>
          <a:p>
            <a:pPr algn="ctr"/>
            <a:r>
              <a:rPr lang="en-US"/>
              <a:t>C = x + y</a:t>
            </a:r>
          </a:p>
          <a:p>
            <a:pPr algn="ctr"/>
            <a:endParaRPr lang="en-US"/>
          </a:p>
          <a:p>
            <a:pPr algn="ctr"/>
            <a:r>
              <a:rPr lang="en-US"/>
              <a:t>Return d;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25E215-C1FF-76F1-BDC3-EB2D6B6BD826}"/>
              </a:ext>
            </a:extLst>
          </p:cNvPr>
          <p:cNvSpPr txBox="1"/>
          <p:nvPr/>
        </p:nvSpPr>
        <p:spPr>
          <a:xfrm>
            <a:off x="7509013" y="498895"/>
            <a:ext cx="966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push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90DEB7-AAF5-AC9F-58DD-4E64FC3882AD}"/>
              </a:ext>
            </a:extLst>
          </p:cNvPr>
          <p:cNvSpPr txBox="1"/>
          <p:nvPr/>
        </p:nvSpPr>
        <p:spPr>
          <a:xfrm>
            <a:off x="7640128" y="1330307"/>
            <a:ext cx="966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pop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8DCA0B7-895E-50D9-E4F7-31C3321687B0}"/>
              </a:ext>
            </a:extLst>
          </p:cNvPr>
          <p:cNvCxnSpPr>
            <a:cxnSpLocks/>
          </p:cNvCxnSpPr>
          <p:nvPr/>
        </p:nvCxnSpPr>
        <p:spPr>
          <a:xfrm>
            <a:off x="3118419" y="2315333"/>
            <a:ext cx="2215508" cy="12893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6261BA3-E65D-34C8-8023-FECC8793AB07}"/>
              </a:ext>
            </a:extLst>
          </p:cNvPr>
          <p:cNvSpPr/>
          <p:nvPr/>
        </p:nvSpPr>
        <p:spPr>
          <a:xfrm>
            <a:off x="8876581" y="2477832"/>
            <a:ext cx="1316966" cy="23161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 = 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9FF72B-0BA3-1AB7-3975-D2942238DC16}"/>
              </a:ext>
            </a:extLst>
          </p:cNvPr>
          <p:cNvSpPr/>
          <p:nvPr/>
        </p:nvSpPr>
        <p:spPr>
          <a:xfrm>
            <a:off x="8866411" y="2708693"/>
            <a:ext cx="1316966" cy="2316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 = 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26F84B-121B-C48A-EF8A-D59E9E4DE08D}"/>
              </a:ext>
            </a:extLst>
          </p:cNvPr>
          <p:cNvSpPr/>
          <p:nvPr/>
        </p:nvSpPr>
        <p:spPr>
          <a:xfrm>
            <a:off x="9024668" y="2962146"/>
            <a:ext cx="1306796" cy="1988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BAACCD5-55E7-CE3A-BAE6-322DCCA122FF}"/>
              </a:ext>
            </a:extLst>
          </p:cNvPr>
          <p:cNvCxnSpPr/>
          <p:nvPr/>
        </p:nvCxnSpPr>
        <p:spPr>
          <a:xfrm flipH="1" flipV="1">
            <a:off x="2327589" y="2959993"/>
            <a:ext cx="3027872" cy="2148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0DB69FE-B798-289E-C915-CC185D7369E7}"/>
              </a:ext>
            </a:extLst>
          </p:cNvPr>
          <p:cNvSpPr/>
          <p:nvPr/>
        </p:nvSpPr>
        <p:spPr>
          <a:xfrm>
            <a:off x="8886751" y="2193704"/>
            <a:ext cx="1306796" cy="1988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Zcall icall xiu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95E05A-208E-4C34-7F54-464D24C25291}"/>
              </a:ext>
            </a:extLst>
          </p:cNvPr>
          <p:cNvSpPr/>
          <p:nvPr/>
        </p:nvSpPr>
        <p:spPr>
          <a:xfrm>
            <a:off x="10647380" y="3181548"/>
            <a:ext cx="1306796" cy="198832"/>
          </a:xfrm>
          <a:prstGeom prst="rect">
            <a:avLst/>
          </a:prstGeom>
          <a:solidFill>
            <a:srgbClr val="F4DEB3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A102568-2566-9C12-3ACF-89ED3236D084}"/>
              </a:ext>
            </a:extLst>
          </p:cNvPr>
          <p:cNvCxnSpPr>
            <a:cxnSpLocks/>
          </p:cNvCxnSpPr>
          <p:nvPr/>
        </p:nvCxnSpPr>
        <p:spPr>
          <a:xfrm flipV="1">
            <a:off x="10774392" y="2753650"/>
            <a:ext cx="0" cy="3515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20DC819-9310-F6B4-F4C4-E7E77B8B7D79}"/>
              </a:ext>
            </a:extLst>
          </p:cNvPr>
          <p:cNvCxnSpPr/>
          <p:nvPr/>
        </p:nvCxnSpPr>
        <p:spPr>
          <a:xfrm>
            <a:off x="7841411" y="4639833"/>
            <a:ext cx="38646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3B866AF-56EB-260B-9766-0D7E27EB32AA}"/>
              </a:ext>
            </a:extLst>
          </p:cNvPr>
          <p:cNvSpPr txBox="1"/>
          <p:nvPr/>
        </p:nvSpPr>
        <p:spPr>
          <a:xfrm>
            <a:off x="7292198" y="4710023"/>
            <a:ext cx="1473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0xA000_0000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C380C09-9645-BB97-BF11-AD38B01B8D68}"/>
              </a:ext>
            </a:extLst>
          </p:cNvPr>
          <p:cNvSpPr/>
          <p:nvPr/>
        </p:nvSpPr>
        <p:spPr>
          <a:xfrm>
            <a:off x="10757065" y="3681124"/>
            <a:ext cx="1306796" cy="198832"/>
          </a:xfrm>
          <a:prstGeom prst="rect">
            <a:avLst/>
          </a:prstGeom>
          <a:solidFill>
            <a:srgbClr val="F4DEB3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4653D22-1577-2074-7D48-D75C4316FDB6}"/>
              </a:ext>
            </a:extLst>
          </p:cNvPr>
          <p:cNvSpPr/>
          <p:nvPr/>
        </p:nvSpPr>
        <p:spPr>
          <a:xfrm>
            <a:off x="10645208" y="4040841"/>
            <a:ext cx="1306796" cy="198832"/>
          </a:xfrm>
          <a:prstGeom prst="rect">
            <a:avLst/>
          </a:prstGeom>
          <a:solidFill>
            <a:srgbClr val="F4DEB3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240993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5E16A-D933-9A30-4BD3-71E0A6EC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DB6192-DAA8-5A6D-1388-56391D87A3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987DB0-0811-D42F-9B15-C4E745CEF9CA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1. Review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5CB63-4CF8-33E3-84A0-4084CAE62F87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Pass by value and pass by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Function pointer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When use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Inline function</a:t>
            </a:r>
          </a:p>
        </p:txBody>
      </p:sp>
    </p:spTree>
    <p:extLst>
      <p:ext uri="{BB962C8B-B14F-4D97-AF65-F5344CB8AC3E}">
        <p14:creationId xmlns:p14="http://schemas.microsoft.com/office/powerpoint/2010/main" val="2478336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8CCC8-70B6-128A-0F32-A241C0F7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A55980-70D9-A3C0-C3C4-983FB10A6C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6B8F50-0524-E8A4-998D-A831C5AD887F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Programing language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4B8A7D-B784-DC3F-8E76-EDBC6E5BDCE2}"/>
              </a:ext>
            </a:extLst>
          </p:cNvPr>
          <p:cNvSpPr txBox="1"/>
          <p:nvPr/>
        </p:nvSpPr>
        <p:spPr>
          <a:xfrm>
            <a:off x="499933" y="2305050"/>
            <a:ext cx="103871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Machine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Human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Compiler purpose</a:t>
            </a:r>
          </a:p>
        </p:txBody>
      </p:sp>
    </p:spTree>
    <p:extLst>
      <p:ext uri="{BB962C8B-B14F-4D97-AF65-F5344CB8AC3E}">
        <p14:creationId xmlns:p14="http://schemas.microsoft.com/office/powerpoint/2010/main" val="1996163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FA1CE-B53B-BA7A-1429-BACFEE02E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655DB8-703C-56AF-8434-D7FDC6940A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0FA6E9-CFE0-45D2-F591-4CED08C135A4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Programing language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C0AF5-753D-A848-7964-79ADE98B6A97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Machine language: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consists of binary bits: 0 and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0" i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instructions are directly executed by the CPU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273239"/>
                </a:solidFill>
                <a:latin typeface="Nunito" panose="020F0502020204030204" pitchFamily="2" charset="0"/>
              </a:rPr>
              <a:t>Is binary language</a:t>
            </a:r>
            <a:endParaRPr lang="en-US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791F3-4AD3-9C5A-4ABE-2E2E3C450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555" y="3882509"/>
            <a:ext cx="2749861" cy="246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29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71311-D295-342A-425D-C41828B1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4E9534-2FAF-6672-FADF-2ED8012E57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B1E790-DAC7-2AB5-9300-359DF317C815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Programing language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CAD01D-B3F0-3378-3F0E-CEB67854FD7A}"/>
              </a:ext>
            </a:extLst>
          </p:cNvPr>
          <p:cNvSpPr txBox="1"/>
          <p:nvPr/>
        </p:nvSpPr>
        <p:spPr>
          <a:xfrm>
            <a:off x="499933" y="2305050"/>
            <a:ext cx="103871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 language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Human readable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Computer cannot understand</a:t>
            </a:r>
          </a:p>
        </p:txBody>
      </p:sp>
    </p:spTree>
    <p:extLst>
      <p:ext uri="{BB962C8B-B14F-4D97-AF65-F5344CB8AC3E}">
        <p14:creationId xmlns:p14="http://schemas.microsoft.com/office/powerpoint/2010/main" val="2747209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151E-1C45-39F4-63EB-CA4EA4AB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05FB7E-C5D3-276D-67A3-B2188AE031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D996B5-F7D6-2B84-8DAB-634AFFAEBB2E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Programing language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7BB8D-C839-364A-FF87-44FB9EFDCFB6}"/>
              </a:ext>
            </a:extLst>
          </p:cNvPr>
          <p:cNvSpPr txBox="1"/>
          <p:nvPr/>
        </p:nvSpPr>
        <p:spPr>
          <a:xfrm>
            <a:off x="499933" y="2305050"/>
            <a:ext cx="10387142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Compiler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Assembly language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A29BF-7454-669D-D75A-3A1DEB010D81}"/>
              </a:ext>
            </a:extLst>
          </p:cNvPr>
          <p:cNvSpPr/>
          <p:nvPr/>
        </p:nvSpPr>
        <p:spPr>
          <a:xfrm>
            <a:off x="4508740" y="4241321"/>
            <a:ext cx="1587260" cy="94027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ASM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18E6AF-4B3C-E1FF-9B9C-763445456FDC}"/>
              </a:ext>
            </a:extLst>
          </p:cNvPr>
          <p:cNvSpPr/>
          <p:nvPr/>
        </p:nvSpPr>
        <p:spPr>
          <a:xfrm>
            <a:off x="7381336" y="4241320"/>
            <a:ext cx="1587260" cy="9402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Machine language</a:t>
            </a:r>
          </a:p>
          <a:p>
            <a:pPr algn="ctr"/>
            <a:r>
              <a:rPr lang="en-US"/>
              <a:t>(Exe file)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923AD4-808D-9AB4-778E-7EF484172FE4}"/>
              </a:ext>
            </a:extLst>
          </p:cNvPr>
          <p:cNvSpPr/>
          <p:nvPr/>
        </p:nvSpPr>
        <p:spPr>
          <a:xfrm>
            <a:off x="1472242" y="4241321"/>
            <a:ext cx="1587260" cy="94027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 source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5903A03-5146-4736-CE89-74D7B9472E13}"/>
              </a:ext>
            </a:extLst>
          </p:cNvPr>
          <p:cNvCxnSpPr>
            <a:stCxn id="10" idx="3"/>
            <a:endCxn id="4" idx="1"/>
          </p:cNvCxnSpPr>
          <p:nvPr/>
        </p:nvCxnSpPr>
        <p:spPr>
          <a:xfrm>
            <a:off x="3059502" y="4711461"/>
            <a:ext cx="14492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36F171-B61C-5BD5-E73F-8AE35562A391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6096000" y="4711460"/>
            <a:ext cx="12853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69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375A1-A6F7-09CC-DE2B-F073547C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F8B430-E558-29DE-9463-69165FD460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06C838-6076-47E6-6A8D-582B1FF05F17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C build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5FFE9-DCEA-8F1C-0E8F-AA8DC5F9E644}"/>
              </a:ext>
            </a:extLst>
          </p:cNvPr>
          <p:cNvSpPr txBox="1"/>
          <p:nvPr/>
        </p:nvSpPr>
        <p:spPr>
          <a:xfrm>
            <a:off x="499933" y="2305050"/>
            <a:ext cx="103871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Behind the scenes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 memory layout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Demo use gcc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9EB654-E94B-7DCF-6D2B-3C49C1B66160}"/>
              </a:ext>
            </a:extLst>
          </p:cNvPr>
          <p:cNvSpPr/>
          <p:nvPr/>
        </p:nvSpPr>
        <p:spPr>
          <a:xfrm>
            <a:off x="3772861" y="4241320"/>
            <a:ext cx="1587260" cy="94027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.i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8DE220-623D-9D8E-EE6B-4A7CCA195948}"/>
              </a:ext>
            </a:extLst>
          </p:cNvPr>
          <p:cNvSpPr/>
          <p:nvPr/>
        </p:nvSpPr>
        <p:spPr>
          <a:xfrm>
            <a:off x="5805792" y="4241320"/>
            <a:ext cx="1587260" cy="9402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.s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56D2D4-B1AE-07B7-B1EF-E5A70A5623AA}"/>
              </a:ext>
            </a:extLst>
          </p:cNvPr>
          <p:cNvSpPr/>
          <p:nvPr/>
        </p:nvSpPr>
        <p:spPr>
          <a:xfrm>
            <a:off x="921589" y="4241321"/>
            <a:ext cx="1587260" cy="94027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.c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D546F7-F4B1-DA2E-A4DD-43ADD5E7048B}"/>
              </a:ext>
            </a:extLst>
          </p:cNvPr>
          <p:cNvCxnSpPr>
            <a:stCxn id="10" idx="3"/>
            <a:endCxn id="4" idx="1"/>
          </p:cNvCxnSpPr>
          <p:nvPr/>
        </p:nvCxnSpPr>
        <p:spPr>
          <a:xfrm flipV="1">
            <a:off x="2508849" y="4711460"/>
            <a:ext cx="126401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998724-88FE-B846-76E3-A01BA47D5A61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5360121" y="4711460"/>
            <a:ext cx="4456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9F3BC28-38A8-B5E4-B4CE-3162B4738310}"/>
              </a:ext>
            </a:extLst>
          </p:cNvPr>
          <p:cNvSpPr/>
          <p:nvPr/>
        </p:nvSpPr>
        <p:spPr>
          <a:xfrm>
            <a:off x="7799739" y="4241320"/>
            <a:ext cx="1587260" cy="94027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.o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35F1E2-6C04-F135-4616-5BCFBC530164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7393052" y="4711460"/>
            <a:ext cx="40668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A3B7008-9DCF-5EA5-B234-FABC17219B6C}"/>
              </a:ext>
            </a:extLst>
          </p:cNvPr>
          <p:cNvSpPr/>
          <p:nvPr/>
        </p:nvSpPr>
        <p:spPr>
          <a:xfrm>
            <a:off x="9629957" y="4241320"/>
            <a:ext cx="1587260" cy="94027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.exe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F2A10C-ECB9-7CC6-034E-B48C6C12EFB3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9386999" y="4711460"/>
            <a:ext cx="2429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6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908B9-060A-E24F-E650-56C898D3A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2DC3A7-979E-D7D1-80F2-B1BE5BABE4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7DDA05-B78A-0750-5BE9-2C0BBC95282A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C build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D24E7-B7F8-5C98-66FD-25E20D93FB5F}"/>
              </a:ext>
            </a:extLst>
          </p:cNvPr>
          <p:cNvSpPr txBox="1"/>
          <p:nvPr/>
        </p:nvSpPr>
        <p:spPr>
          <a:xfrm>
            <a:off x="499933" y="2305050"/>
            <a:ext cx="10387142" cy="353943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 memory layout: a C program consists of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Text segment (instructions)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Data (init data)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Bss (un-init data)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Heap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243173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6351F-60B3-8599-93F9-F0F505770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2BF7DE9-65C7-E831-9AD1-4B019F4A3D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431724-F978-E527-28A1-999DE22ADAEF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C build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080A4A-EC23-B479-8CF7-884835E7C279}"/>
              </a:ext>
            </a:extLst>
          </p:cNvPr>
          <p:cNvSpPr txBox="1"/>
          <p:nvPr/>
        </p:nvSpPr>
        <p:spPr>
          <a:xfrm>
            <a:off x="499933" y="2305050"/>
            <a:ext cx="10387142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 memory layout: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B4FA9C-5132-2FEE-4F75-72E2B90C2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346" y="1319192"/>
            <a:ext cx="6891935" cy="520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02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24936-7581-0BF7-5232-63C0576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9DD15D-F71F-AC67-8A35-BB07EC8D8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027CF7-3FE9-9540-B1D9-84E43F56112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Layer concept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DE57E-2053-6A42-0688-FB177603A4BF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#include? What is the meaning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Include .h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Include .c file?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What is the layer?</a:t>
            </a:r>
          </a:p>
        </p:txBody>
      </p:sp>
    </p:spTree>
    <p:extLst>
      <p:ext uri="{BB962C8B-B14F-4D97-AF65-F5344CB8AC3E}">
        <p14:creationId xmlns:p14="http://schemas.microsoft.com/office/powerpoint/2010/main" val="3786806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</TotalTime>
  <Words>373</Words>
  <Application>Microsoft Office PowerPoint</Application>
  <PresentationFormat>Widescreen</PresentationFormat>
  <Paragraphs>124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Kensin Himura</cp:lastModifiedBy>
  <cp:revision>135</cp:revision>
  <dcterms:created xsi:type="dcterms:W3CDTF">2024-01-20T03:37:02Z</dcterms:created>
  <dcterms:modified xsi:type="dcterms:W3CDTF">2025-04-24T12:22:31Z</dcterms:modified>
</cp:coreProperties>
</file>