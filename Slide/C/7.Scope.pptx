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4" r:id="rId3"/>
    <p:sldId id="283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8CFA0"/>
    <a:srgbClr val="EF9C66"/>
    <a:srgbClr val="F4DEB3"/>
    <a:srgbClr val="0D4E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63" d="100"/>
          <a:sy n="63" d="100"/>
        </p:scale>
        <p:origin x="764" y="6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AE87-C17F-4F2C-92FF-7FE21F8A66BE}" type="datetimeFigureOut">
              <a:rPr lang="en-US" smtClean="0"/>
              <a:t>12/5/2024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2547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AE87-C17F-4F2C-92FF-7FE21F8A66BE}" type="datetimeFigureOut">
              <a:rPr lang="en-US" smtClean="0"/>
              <a:t>12/5/2024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7017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AE87-C17F-4F2C-92FF-7FE21F8A66BE}" type="datetimeFigureOut">
              <a:rPr lang="en-US" smtClean="0"/>
              <a:t>12/5/2024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47229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AE87-C17F-4F2C-92FF-7FE21F8A66BE}" type="datetimeFigureOut">
              <a:rPr lang="en-US" smtClean="0"/>
              <a:t>12/5/2024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11810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AE87-C17F-4F2C-92FF-7FE21F8A66BE}" type="datetimeFigureOut">
              <a:rPr lang="en-US" smtClean="0"/>
              <a:t>12/5/2024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6219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AE87-C17F-4F2C-92FF-7FE21F8A66BE}" type="datetimeFigureOut">
              <a:rPr lang="en-US" smtClean="0"/>
              <a:t>12/5/2024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16833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AE87-C17F-4F2C-92FF-7FE21F8A66BE}" type="datetimeFigureOut">
              <a:rPr lang="en-US" smtClean="0"/>
              <a:t>12/5/2024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3194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AE87-C17F-4F2C-92FF-7FE21F8A66BE}" type="datetimeFigureOut">
              <a:rPr lang="en-US" smtClean="0"/>
              <a:t>12/5/2024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6875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AE87-C17F-4F2C-92FF-7FE21F8A66BE}" type="datetimeFigureOut">
              <a:rPr lang="en-US" smtClean="0"/>
              <a:t>12/5/2024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7209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AE87-C17F-4F2C-92FF-7FE21F8A66BE}" type="datetimeFigureOut">
              <a:rPr lang="en-US" smtClean="0"/>
              <a:t>12/5/2024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05600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AE87-C17F-4F2C-92FF-7FE21F8A66BE}" type="datetimeFigureOut">
              <a:rPr lang="en-US" smtClean="0"/>
              <a:t>12/5/2024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99523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A3AE87-C17F-4F2C-92FF-7FE21F8A66BE}" type="datetimeFigureOut">
              <a:rPr lang="en-US" smtClean="0"/>
              <a:t>12/5/2024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869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7663" y="-89806"/>
            <a:ext cx="12277005" cy="142058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A78A34D-0D8C-BD88-B427-6ADAF2538448}"/>
              </a:ext>
            </a:extLst>
          </p:cNvPr>
          <p:cNvSpPr txBox="1"/>
          <p:nvPr/>
        </p:nvSpPr>
        <p:spPr>
          <a:xfrm>
            <a:off x="499933" y="1406106"/>
            <a:ext cx="5520906" cy="707886"/>
          </a:xfrm>
          <a:prstGeom prst="rect">
            <a:avLst/>
          </a:prstGeom>
          <a:solidFill>
            <a:srgbClr val="EF9C66"/>
          </a:solidFill>
        </p:spPr>
        <p:txBody>
          <a:bodyPr wrap="square" rtlCol="0">
            <a:spAutoFit/>
          </a:bodyPr>
          <a:lstStyle/>
          <a:p>
            <a:r>
              <a:rPr lang="en-US" sz="4000"/>
              <a:t>Lesson Objective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D3C42D-36A3-F27E-0EA8-23CB65CCC6BB}"/>
              </a:ext>
            </a:extLst>
          </p:cNvPr>
          <p:cNvSpPr txBox="1"/>
          <p:nvPr/>
        </p:nvSpPr>
        <p:spPr>
          <a:xfrm>
            <a:off x="499933" y="2305050"/>
            <a:ext cx="10387142" cy="2554545"/>
          </a:xfrm>
          <a:prstGeom prst="rect">
            <a:avLst/>
          </a:prstGeom>
          <a:solidFill>
            <a:srgbClr val="C8CFA0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qua </a:t>
            </a:r>
            <a:r>
              <a:rPr lang="en-US" sz="3200" dirty="0" err="1"/>
              <a:t>trinh</a:t>
            </a:r>
            <a:r>
              <a:rPr lang="en-US" sz="3200" dirty="0"/>
              <a:t> bien dich 1 file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translation unit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linking - internal linkage + external linkage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static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extern</a:t>
            </a:r>
          </a:p>
        </p:txBody>
      </p:sp>
    </p:spTree>
    <p:extLst>
      <p:ext uri="{BB962C8B-B14F-4D97-AF65-F5344CB8AC3E}">
        <p14:creationId xmlns:p14="http://schemas.microsoft.com/office/powerpoint/2010/main" val="38288502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B6217E-67E8-2CF6-E996-67FFABC55C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F9006B1-5B55-C56B-1BA1-724A4BD2309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7663" y="-89806"/>
            <a:ext cx="12277005" cy="142058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F8F5439-5D1B-0322-F2FE-965C21AFA563}"/>
              </a:ext>
            </a:extLst>
          </p:cNvPr>
          <p:cNvSpPr txBox="1"/>
          <p:nvPr/>
        </p:nvSpPr>
        <p:spPr>
          <a:xfrm>
            <a:off x="499933" y="1406106"/>
            <a:ext cx="5520906" cy="707886"/>
          </a:xfrm>
          <a:prstGeom prst="rect">
            <a:avLst/>
          </a:prstGeom>
          <a:solidFill>
            <a:srgbClr val="EF9C66"/>
          </a:solidFill>
        </p:spPr>
        <p:txBody>
          <a:bodyPr wrap="square" rtlCol="0">
            <a:spAutoFit/>
          </a:bodyPr>
          <a:lstStyle/>
          <a:p>
            <a:r>
              <a:rPr lang="en-US" sz="4000"/>
              <a:t>Lesson Objective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DFBD91F-ADB0-5639-A990-9320751A7E35}"/>
              </a:ext>
            </a:extLst>
          </p:cNvPr>
          <p:cNvSpPr/>
          <p:nvPr/>
        </p:nvSpPr>
        <p:spPr>
          <a:xfrm>
            <a:off x="2423161" y="2763520"/>
            <a:ext cx="1066800" cy="66548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Main.c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3ACC897-FBB9-4508-C073-58658CDFAFFE}"/>
              </a:ext>
            </a:extLst>
          </p:cNvPr>
          <p:cNvSpPr/>
          <p:nvPr/>
        </p:nvSpPr>
        <p:spPr>
          <a:xfrm>
            <a:off x="2438400" y="3717848"/>
            <a:ext cx="1066800" cy="66548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Lib.c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CC7B83B-51AF-C810-91AC-B5C6E6EC8056}"/>
              </a:ext>
            </a:extLst>
          </p:cNvPr>
          <p:cNvSpPr/>
          <p:nvPr/>
        </p:nvSpPr>
        <p:spPr>
          <a:xfrm>
            <a:off x="2438400" y="4786414"/>
            <a:ext cx="1066800" cy="66548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Array.c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B87E93A-7715-D61D-FF18-24CD38AD747C}"/>
              </a:ext>
            </a:extLst>
          </p:cNvPr>
          <p:cNvSpPr/>
          <p:nvPr/>
        </p:nvSpPr>
        <p:spPr>
          <a:xfrm>
            <a:off x="701040" y="2763520"/>
            <a:ext cx="1168400" cy="66548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1.h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FDD4537-A7A5-A735-3A1E-77CFA251C9C1}"/>
              </a:ext>
            </a:extLst>
          </p:cNvPr>
          <p:cNvSpPr/>
          <p:nvPr/>
        </p:nvSpPr>
        <p:spPr>
          <a:xfrm>
            <a:off x="701040" y="3745788"/>
            <a:ext cx="1168400" cy="66548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2.H</a:t>
            </a:r>
          </a:p>
          <a:p>
            <a:pPr algn="ctr"/>
            <a:r>
              <a:rPr lang="en-US" dirty="0"/>
              <a:t>option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7F644FF-C6BB-02C7-CAB2-20908D9D61FA}"/>
              </a:ext>
            </a:extLst>
          </p:cNvPr>
          <p:cNvSpPr/>
          <p:nvPr/>
        </p:nvSpPr>
        <p:spPr>
          <a:xfrm>
            <a:off x="701040" y="4786414"/>
            <a:ext cx="1168400" cy="66548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3.h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276D2BA-04D4-8685-270C-77878CC8A776}"/>
              </a:ext>
            </a:extLst>
          </p:cNvPr>
          <p:cNvCxnSpPr>
            <a:stCxn id="8" idx="3"/>
            <a:endCxn id="4" idx="1"/>
          </p:cNvCxnSpPr>
          <p:nvPr/>
        </p:nvCxnSpPr>
        <p:spPr>
          <a:xfrm>
            <a:off x="1869440" y="3096260"/>
            <a:ext cx="553721" cy="0"/>
          </a:xfrm>
          <a:prstGeom prst="straightConnector1">
            <a:avLst/>
          </a:prstGeom>
          <a:ln w="19050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E279557-2620-54CC-BD9E-D18428BCB2B3}"/>
              </a:ext>
            </a:extLst>
          </p:cNvPr>
          <p:cNvCxnSpPr>
            <a:cxnSpLocks/>
            <a:stCxn id="9" idx="3"/>
            <a:endCxn id="4" idx="1"/>
          </p:cNvCxnSpPr>
          <p:nvPr/>
        </p:nvCxnSpPr>
        <p:spPr>
          <a:xfrm flipV="1">
            <a:off x="1869440" y="3096260"/>
            <a:ext cx="553721" cy="98226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C4C4523-FFCE-32A9-BBD4-9A1CA9E56F15}"/>
              </a:ext>
            </a:extLst>
          </p:cNvPr>
          <p:cNvCxnSpPr>
            <a:cxnSpLocks/>
            <a:stCxn id="9" idx="3"/>
            <a:endCxn id="5" idx="1"/>
          </p:cNvCxnSpPr>
          <p:nvPr/>
        </p:nvCxnSpPr>
        <p:spPr>
          <a:xfrm flipV="1">
            <a:off x="1869440" y="4050588"/>
            <a:ext cx="568960" cy="27940"/>
          </a:xfrm>
          <a:prstGeom prst="straightConnector1">
            <a:avLst/>
          </a:prstGeom>
          <a:ln w="19050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352747B-92F5-EDCA-6CAB-571548371923}"/>
              </a:ext>
            </a:extLst>
          </p:cNvPr>
          <p:cNvCxnSpPr>
            <a:stCxn id="10" idx="3"/>
            <a:endCxn id="7" idx="1"/>
          </p:cNvCxnSpPr>
          <p:nvPr/>
        </p:nvCxnSpPr>
        <p:spPr>
          <a:xfrm>
            <a:off x="1869440" y="5119154"/>
            <a:ext cx="568960" cy="0"/>
          </a:xfrm>
          <a:prstGeom prst="straightConnector1">
            <a:avLst/>
          </a:prstGeom>
          <a:ln w="19050" cap="flat" cmpd="sng" algn="ctr">
            <a:solidFill>
              <a:schemeClr val="accent6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83A4408-3A98-3D16-4F29-E963D0B46257}"/>
              </a:ext>
            </a:extLst>
          </p:cNvPr>
          <p:cNvCxnSpPr>
            <a:cxnSpLocks/>
          </p:cNvCxnSpPr>
          <p:nvPr/>
        </p:nvCxnSpPr>
        <p:spPr>
          <a:xfrm>
            <a:off x="3840480" y="2499360"/>
            <a:ext cx="0" cy="405384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DA8D46F6-CB74-343E-24CF-C61F40EA39B8}"/>
              </a:ext>
            </a:extLst>
          </p:cNvPr>
          <p:cNvSpPr/>
          <p:nvPr/>
        </p:nvSpPr>
        <p:spPr>
          <a:xfrm>
            <a:off x="4092387" y="2726365"/>
            <a:ext cx="1066800" cy="66548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Main.i</a:t>
            </a:r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EE60FAD-76D1-E84E-255D-E51E19A3287D}"/>
              </a:ext>
            </a:extLst>
          </p:cNvPr>
          <p:cNvSpPr/>
          <p:nvPr/>
        </p:nvSpPr>
        <p:spPr>
          <a:xfrm>
            <a:off x="4064000" y="3774967"/>
            <a:ext cx="1066800" cy="66548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Lib.i</a:t>
            </a:r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66A3A8E-3D48-4513-B6D7-4CA54A6C204B}"/>
              </a:ext>
            </a:extLst>
          </p:cNvPr>
          <p:cNvSpPr/>
          <p:nvPr/>
        </p:nvSpPr>
        <p:spPr>
          <a:xfrm>
            <a:off x="4143187" y="4736032"/>
            <a:ext cx="1066800" cy="66548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Array.i</a:t>
            </a:r>
            <a:endParaRPr lang="en-US" dirty="0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1A168B7D-812E-0654-FA2F-1929AE277F95}"/>
              </a:ext>
            </a:extLst>
          </p:cNvPr>
          <p:cNvCxnSpPr>
            <a:stCxn id="4" idx="3"/>
            <a:endCxn id="24" idx="1"/>
          </p:cNvCxnSpPr>
          <p:nvPr/>
        </p:nvCxnSpPr>
        <p:spPr>
          <a:xfrm flipV="1">
            <a:off x="3489961" y="3059105"/>
            <a:ext cx="602426" cy="3715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21ACBE58-0A7F-6351-95C7-9522784446FA}"/>
              </a:ext>
            </a:extLst>
          </p:cNvPr>
          <p:cNvCxnSpPr>
            <a:stCxn id="5" idx="3"/>
            <a:endCxn id="25" idx="1"/>
          </p:cNvCxnSpPr>
          <p:nvPr/>
        </p:nvCxnSpPr>
        <p:spPr>
          <a:xfrm>
            <a:off x="3505200" y="4050588"/>
            <a:ext cx="558800" cy="5711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1E80802E-75B9-F146-FB6B-31A72D465213}"/>
              </a:ext>
            </a:extLst>
          </p:cNvPr>
          <p:cNvCxnSpPr>
            <a:stCxn id="7" idx="3"/>
            <a:endCxn id="26" idx="1"/>
          </p:cNvCxnSpPr>
          <p:nvPr/>
        </p:nvCxnSpPr>
        <p:spPr>
          <a:xfrm flipV="1">
            <a:off x="3505200" y="5068772"/>
            <a:ext cx="637987" cy="5038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471580C6-5F23-289D-76AB-2F0A91E702DE}"/>
              </a:ext>
            </a:extLst>
          </p:cNvPr>
          <p:cNvCxnSpPr>
            <a:cxnSpLocks/>
          </p:cNvCxnSpPr>
          <p:nvPr/>
        </p:nvCxnSpPr>
        <p:spPr>
          <a:xfrm>
            <a:off x="5445760" y="2478157"/>
            <a:ext cx="0" cy="405384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7359FC4A-65EC-ED0F-0745-BCC6BE8B8D74}"/>
              </a:ext>
            </a:extLst>
          </p:cNvPr>
          <p:cNvSpPr/>
          <p:nvPr/>
        </p:nvSpPr>
        <p:spPr>
          <a:xfrm>
            <a:off x="5706924" y="2763520"/>
            <a:ext cx="1181555" cy="66548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Main.s</a:t>
            </a:r>
            <a:endParaRPr lang="en-US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FC34F09-700C-56A2-23B3-101E60FE5EA9}"/>
              </a:ext>
            </a:extLst>
          </p:cNvPr>
          <p:cNvSpPr/>
          <p:nvPr/>
        </p:nvSpPr>
        <p:spPr>
          <a:xfrm>
            <a:off x="5748467" y="3724585"/>
            <a:ext cx="1066800" cy="66548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Lib.s</a:t>
            </a:r>
            <a:endParaRPr lang="en-US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153E6BB-C0CD-ABC0-7161-E385D233618D}"/>
              </a:ext>
            </a:extLst>
          </p:cNvPr>
          <p:cNvSpPr/>
          <p:nvPr/>
        </p:nvSpPr>
        <p:spPr>
          <a:xfrm>
            <a:off x="5748467" y="4765211"/>
            <a:ext cx="1066800" cy="66548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Array.s</a:t>
            </a:r>
            <a:endParaRPr lang="en-US" dirty="0"/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0CF0CE41-4B52-0768-A4BE-88D5FCA575E2}"/>
              </a:ext>
            </a:extLst>
          </p:cNvPr>
          <p:cNvCxnSpPr>
            <a:stCxn id="24" idx="3"/>
            <a:endCxn id="37" idx="1"/>
          </p:cNvCxnSpPr>
          <p:nvPr/>
        </p:nvCxnSpPr>
        <p:spPr>
          <a:xfrm>
            <a:off x="5159187" y="3059105"/>
            <a:ext cx="547737" cy="3715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FC1F0520-3003-DE22-3A8D-D50E577EA184}"/>
              </a:ext>
            </a:extLst>
          </p:cNvPr>
          <p:cNvCxnSpPr>
            <a:stCxn id="25" idx="3"/>
            <a:endCxn id="38" idx="1"/>
          </p:cNvCxnSpPr>
          <p:nvPr/>
        </p:nvCxnSpPr>
        <p:spPr>
          <a:xfrm flipV="1">
            <a:off x="5130800" y="4057325"/>
            <a:ext cx="617667" cy="5038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7DE937D1-C463-D473-A79E-ED438827480B}"/>
              </a:ext>
            </a:extLst>
          </p:cNvPr>
          <p:cNvCxnSpPr>
            <a:stCxn id="26" idx="3"/>
            <a:endCxn id="39" idx="1"/>
          </p:cNvCxnSpPr>
          <p:nvPr/>
        </p:nvCxnSpPr>
        <p:spPr>
          <a:xfrm>
            <a:off x="5209987" y="5068772"/>
            <a:ext cx="538480" cy="291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BB4DFFFE-9AF5-0CEC-FBCD-18B209A0FADC}"/>
              </a:ext>
            </a:extLst>
          </p:cNvPr>
          <p:cNvCxnSpPr>
            <a:cxnSpLocks/>
          </p:cNvCxnSpPr>
          <p:nvPr/>
        </p:nvCxnSpPr>
        <p:spPr>
          <a:xfrm>
            <a:off x="7203440" y="2458720"/>
            <a:ext cx="0" cy="405384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47" name="Rectangle 46">
            <a:extLst>
              <a:ext uri="{FF2B5EF4-FFF2-40B4-BE49-F238E27FC236}">
                <a16:creationId xmlns:a16="http://schemas.microsoft.com/office/drawing/2014/main" id="{19FE4283-418F-603B-CB3F-82D8F5EDB68C}"/>
              </a:ext>
            </a:extLst>
          </p:cNvPr>
          <p:cNvSpPr/>
          <p:nvPr/>
        </p:nvSpPr>
        <p:spPr>
          <a:xfrm>
            <a:off x="7464604" y="2744083"/>
            <a:ext cx="1181555" cy="665480"/>
          </a:xfrm>
          <a:prstGeom prst="rect">
            <a:avLst/>
          </a:prstGeom>
          <a:solidFill>
            <a:srgbClr val="00B0F0"/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Main.o</a:t>
            </a:r>
            <a:endParaRPr lang="en-US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5DC9CD3F-CD0E-AEE5-79C2-A78C34BB5AD9}"/>
              </a:ext>
            </a:extLst>
          </p:cNvPr>
          <p:cNvSpPr/>
          <p:nvPr/>
        </p:nvSpPr>
        <p:spPr>
          <a:xfrm>
            <a:off x="7506147" y="3705148"/>
            <a:ext cx="1066800" cy="665480"/>
          </a:xfrm>
          <a:prstGeom prst="rect">
            <a:avLst/>
          </a:prstGeom>
          <a:solidFill>
            <a:srgbClr val="00B0F0"/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Lib.o</a:t>
            </a:r>
            <a:endParaRPr lang="en-US" dirty="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5D92F3BC-3A5C-C44B-C412-3493A3528699}"/>
              </a:ext>
            </a:extLst>
          </p:cNvPr>
          <p:cNvSpPr/>
          <p:nvPr/>
        </p:nvSpPr>
        <p:spPr>
          <a:xfrm>
            <a:off x="7506147" y="4745774"/>
            <a:ext cx="1066800" cy="665480"/>
          </a:xfrm>
          <a:prstGeom prst="rect">
            <a:avLst/>
          </a:prstGeom>
          <a:solidFill>
            <a:srgbClr val="00B0F0"/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Array.o</a:t>
            </a:r>
            <a:endParaRPr lang="en-US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6DA9EE05-591D-C726-7077-DA53C750573F}"/>
              </a:ext>
            </a:extLst>
          </p:cNvPr>
          <p:cNvSpPr/>
          <p:nvPr/>
        </p:nvSpPr>
        <p:spPr>
          <a:xfrm>
            <a:off x="9895839" y="3705147"/>
            <a:ext cx="1316615" cy="68491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Exe</a:t>
            </a: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937E02B6-1407-E31D-D131-D352DF62F4A8}"/>
              </a:ext>
            </a:extLst>
          </p:cNvPr>
          <p:cNvCxnSpPr>
            <a:cxnSpLocks/>
            <a:stCxn id="47" idx="3"/>
            <a:endCxn id="50" idx="1"/>
          </p:cNvCxnSpPr>
          <p:nvPr/>
        </p:nvCxnSpPr>
        <p:spPr>
          <a:xfrm>
            <a:off x="8646159" y="3076823"/>
            <a:ext cx="1249680" cy="970783"/>
          </a:xfrm>
          <a:prstGeom prst="straightConnector1">
            <a:avLst/>
          </a:prstGeom>
          <a:ln w="19050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A7C8ABBD-E8CE-60D4-24AD-55176A82899E}"/>
              </a:ext>
            </a:extLst>
          </p:cNvPr>
          <p:cNvCxnSpPr>
            <a:cxnSpLocks/>
            <a:stCxn id="48" idx="3"/>
            <a:endCxn id="50" idx="1"/>
          </p:cNvCxnSpPr>
          <p:nvPr/>
        </p:nvCxnSpPr>
        <p:spPr>
          <a:xfrm>
            <a:off x="8572947" y="4037888"/>
            <a:ext cx="1322892" cy="9718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9AE000D3-3B45-190B-9DA4-5C98993F8E86}"/>
              </a:ext>
            </a:extLst>
          </p:cNvPr>
          <p:cNvCxnSpPr>
            <a:cxnSpLocks/>
            <a:stCxn id="49" idx="3"/>
            <a:endCxn id="50" idx="1"/>
          </p:cNvCxnSpPr>
          <p:nvPr/>
        </p:nvCxnSpPr>
        <p:spPr>
          <a:xfrm flipV="1">
            <a:off x="8572947" y="4047606"/>
            <a:ext cx="1322892" cy="1030908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FF369B4C-23E4-A4A1-4F28-342DABB9C3B1}"/>
              </a:ext>
            </a:extLst>
          </p:cNvPr>
          <p:cNvSpPr txBox="1"/>
          <p:nvPr/>
        </p:nvSpPr>
        <p:spPr>
          <a:xfrm>
            <a:off x="3373120" y="2235200"/>
            <a:ext cx="17373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preprocessor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5866989-B383-9F61-DAEB-578C32577375}"/>
              </a:ext>
            </a:extLst>
          </p:cNvPr>
          <p:cNvSpPr txBox="1"/>
          <p:nvPr/>
        </p:nvSpPr>
        <p:spPr>
          <a:xfrm>
            <a:off x="5204919" y="2304472"/>
            <a:ext cx="17373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assembler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2D6C25F-E2F5-5D5C-D01D-C3D1163D591E}"/>
              </a:ext>
            </a:extLst>
          </p:cNvPr>
          <p:cNvSpPr txBox="1"/>
          <p:nvPr/>
        </p:nvSpPr>
        <p:spPr>
          <a:xfrm>
            <a:off x="6835589" y="2293630"/>
            <a:ext cx="17373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object</a:t>
            </a:r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64D6C2EC-DADF-06FD-B3D5-A4D8C4B5140F}"/>
              </a:ext>
            </a:extLst>
          </p:cNvPr>
          <p:cNvCxnSpPr>
            <a:cxnSpLocks/>
          </p:cNvCxnSpPr>
          <p:nvPr/>
        </p:nvCxnSpPr>
        <p:spPr>
          <a:xfrm>
            <a:off x="9123680" y="2604532"/>
            <a:ext cx="0" cy="3704828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3094BACE-22A6-6F08-577F-C3BE080336D9}"/>
              </a:ext>
            </a:extLst>
          </p:cNvPr>
          <p:cNvSpPr txBox="1"/>
          <p:nvPr/>
        </p:nvSpPr>
        <p:spPr>
          <a:xfrm>
            <a:off x="8667388" y="2113992"/>
            <a:ext cx="13166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linking</a:t>
            </a:r>
          </a:p>
        </p:txBody>
      </p: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DD6C65A1-8E9F-827C-427A-2B19FE77BAF7}"/>
              </a:ext>
            </a:extLst>
          </p:cNvPr>
          <p:cNvCxnSpPr>
            <a:stCxn id="37" idx="3"/>
            <a:endCxn id="47" idx="1"/>
          </p:cNvCxnSpPr>
          <p:nvPr/>
        </p:nvCxnSpPr>
        <p:spPr>
          <a:xfrm flipV="1">
            <a:off x="6888479" y="3076823"/>
            <a:ext cx="576125" cy="1943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34E56A5B-0E4F-353B-C8A6-21A1A1CFEB7F}"/>
              </a:ext>
            </a:extLst>
          </p:cNvPr>
          <p:cNvCxnSpPr>
            <a:stCxn id="38" idx="3"/>
            <a:endCxn id="48" idx="1"/>
          </p:cNvCxnSpPr>
          <p:nvPr/>
        </p:nvCxnSpPr>
        <p:spPr>
          <a:xfrm flipV="1">
            <a:off x="6815267" y="4037888"/>
            <a:ext cx="690880" cy="194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DF4E0C7F-FF69-2B5B-DBBB-237C14010CDA}"/>
              </a:ext>
            </a:extLst>
          </p:cNvPr>
          <p:cNvCxnSpPr>
            <a:cxnSpLocks/>
            <a:stCxn id="39" idx="3"/>
            <a:endCxn id="49" idx="1"/>
          </p:cNvCxnSpPr>
          <p:nvPr/>
        </p:nvCxnSpPr>
        <p:spPr>
          <a:xfrm flipV="1">
            <a:off x="6815267" y="5078514"/>
            <a:ext cx="690880" cy="19437"/>
          </a:xfrm>
          <a:prstGeom prst="straightConnector1">
            <a:avLst/>
          </a:prstGeom>
          <a:ln w="19050" cap="flat" cmpd="sng" algn="ctr">
            <a:solidFill>
              <a:schemeClr val="accent3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33305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7663" y="-89806"/>
            <a:ext cx="12277005" cy="142058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A78A34D-0D8C-BD88-B427-6ADAF2538448}"/>
              </a:ext>
            </a:extLst>
          </p:cNvPr>
          <p:cNvSpPr txBox="1"/>
          <p:nvPr/>
        </p:nvSpPr>
        <p:spPr>
          <a:xfrm>
            <a:off x="499933" y="1406106"/>
            <a:ext cx="5520906" cy="707886"/>
          </a:xfrm>
          <a:prstGeom prst="rect">
            <a:avLst/>
          </a:prstGeom>
          <a:solidFill>
            <a:srgbClr val="EF9C66"/>
          </a:solidFill>
        </p:spPr>
        <p:txBody>
          <a:bodyPr wrap="square" rtlCol="0">
            <a:spAutoFit/>
          </a:bodyPr>
          <a:lstStyle/>
          <a:p>
            <a:r>
              <a:rPr lang="en-US" sz="4000"/>
              <a:t>4. Q&amp;A</a:t>
            </a:r>
          </a:p>
        </p:txBody>
      </p:sp>
      <p:pic>
        <p:nvPicPr>
          <p:cNvPr id="4098" name="Picture 2" descr="Q And A Images – Browse 183,804 Stock Photos, Vectors, and Video | Adobe  Stock">
            <a:extLst>
              <a:ext uri="{FF2B5EF4-FFF2-40B4-BE49-F238E27FC236}">
                <a16:creationId xmlns:a16="http://schemas.microsoft.com/office/drawing/2014/main" id="{D3E842B5-2EEE-821D-4C9B-BD7789AC00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3588" y="2672032"/>
            <a:ext cx="7800975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297025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507</TotalTime>
  <Words>77</Words>
  <Application>Microsoft Office PowerPoint</Application>
  <PresentationFormat>Widescreen</PresentationFormat>
  <Paragraphs>29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Quan</dc:creator>
  <cp:lastModifiedBy>Bùi Thu Hiền</cp:lastModifiedBy>
  <cp:revision>178</cp:revision>
  <dcterms:created xsi:type="dcterms:W3CDTF">2024-01-20T03:37:02Z</dcterms:created>
  <dcterms:modified xsi:type="dcterms:W3CDTF">2024-12-05T12:39:40Z</dcterms:modified>
</cp:coreProperties>
</file>