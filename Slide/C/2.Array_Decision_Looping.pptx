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Decision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1.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How to deal with large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Multiple input, how to approach?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Eg: manage 1, 2, 5, 10, 100 students?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Separate each variable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2686960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What is the array?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Array in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Declare 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When use array</a:t>
            </a:r>
          </a:p>
        </p:txBody>
      </p:sp>
    </p:spTree>
    <p:extLst>
      <p:ext uri="{BB962C8B-B14F-4D97-AF65-F5344CB8AC3E}">
        <p14:creationId xmlns:p14="http://schemas.microsoft.com/office/powerpoint/2010/main" val="90044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Array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839F3-1427-CD1A-E603-A60DA54B7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185" y="3031180"/>
            <a:ext cx="6392167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4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Static array: out-of-range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Access array via pointer to an array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8AA7207E-20F9-5979-CBDA-4C84445D5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391" y="4118976"/>
            <a:ext cx="408622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52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Array operation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Initialization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Access array element</a:t>
            </a:r>
          </a:p>
        </p:txBody>
      </p:sp>
    </p:spTree>
    <p:extLst>
      <p:ext uri="{BB962C8B-B14F-4D97-AF65-F5344CB8AC3E}">
        <p14:creationId xmlns:p14="http://schemas.microsoft.com/office/powerpoint/2010/main" val="298543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Array sorting algorithm branstorm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Bubble sort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Selection sort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Insertion sort</a:t>
            </a:r>
          </a:p>
        </p:txBody>
      </p:sp>
    </p:spTree>
    <p:extLst>
      <p:ext uri="{BB962C8B-B14F-4D97-AF65-F5344CB8AC3E}">
        <p14:creationId xmlns:p14="http://schemas.microsoft.com/office/powerpoint/2010/main" val="3141187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What is the string?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Pointer to 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String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Build-in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User-defined</a:t>
            </a:r>
          </a:p>
        </p:txBody>
      </p:sp>
    </p:spTree>
    <p:extLst>
      <p:ext uri="{BB962C8B-B14F-4D97-AF65-F5344CB8AC3E}">
        <p14:creationId xmlns:p14="http://schemas.microsoft.com/office/powerpoint/2010/main" val="51509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Decision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B823B2-B75E-9682-9046-4231E3662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173" y="2189319"/>
            <a:ext cx="6587192" cy="456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95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If 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If –else if-else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Nested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Switch case</a:t>
            </a:r>
          </a:p>
        </p:txBody>
      </p:sp>
    </p:spTree>
    <p:extLst>
      <p:ext uri="{BB962C8B-B14F-4D97-AF65-F5344CB8AC3E}">
        <p14:creationId xmlns:p14="http://schemas.microsoft.com/office/powerpoint/2010/main" val="1052697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5. Looping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For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Do-while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Brainstorm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693152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5. Jump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Break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Continue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Return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Compare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3089796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5.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151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Kensin Himura</cp:lastModifiedBy>
  <cp:revision>90</cp:revision>
  <dcterms:created xsi:type="dcterms:W3CDTF">2024-01-20T03:37:02Z</dcterms:created>
  <dcterms:modified xsi:type="dcterms:W3CDTF">2024-11-13T15:02:58Z</dcterms:modified>
</cp:coreProperties>
</file>