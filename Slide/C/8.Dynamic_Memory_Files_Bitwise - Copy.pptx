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Dynamic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Bit-wise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A992-5BD0-2BF5-DB80-5F315D61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D4E317-B7CE-B2BE-CC3B-7E81E6F3F7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869CF0-DD78-CE82-D735-BD88680A5AF0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Dynamic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BE50E-5616-9597-3032-D99790D711E7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Static 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to change size at run-time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7AB4B-4095-4A93-B84A-A7975BE4DF64}"/>
              </a:ext>
            </a:extLst>
          </p:cNvPr>
          <p:cNvSpPr/>
          <p:nvPr/>
        </p:nvSpPr>
        <p:spPr>
          <a:xfrm>
            <a:off x="1869440" y="3573326"/>
            <a:ext cx="9164320" cy="1574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4EE52B-7C64-1659-C0E0-4A5A249C8C18}"/>
              </a:ext>
            </a:extLst>
          </p:cNvPr>
          <p:cNvSpPr/>
          <p:nvPr/>
        </p:nvSpPr>
        <p:spPr>
          <a:xfrm>
            <a:off x="2316480" y="3893095"/>
            <a:ext cx="1442720" cy="89226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ABEA1E-375F-B236-D0DF-6938A3AC1E43}"/>
              </a:ext>
            </a:extLst>
          </p:cNvPr>
          <p:cNvSpPr/>
          <p:nvPr/>
        </p:nvSpPr>
        <p:spPr>
          <a:xfrm>
            <a:off x="3942080" y="3893094"/>
            <a:ext cx="1442720" cy="8922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23120F-44BE-0EFA-D4AE-3B2394D6055E}"/>
              </a:ext>
            </a:extLst>
          </p:cNvPr>
          <p:cNvSpPr/>
          <p:nvPr/>
        </p:nvSpPr>
        <p:spPr>
          <a:xfrm>
            <a:off x="5567680" y="3893093"/>
            <a:ext cx="1442720" cy="8922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Bss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25A47-416A-E8CE-0AE4-7F287DF5384B}"/>
              </a:ext>
            </a:extLst>
          </p:cNvPr>
          <p:cNvSpPr/>
          <p:nvPr/>
        </p:nvSpPr>
        <p:spPr>
          <a:xfrm>
            <a:off x="7487920" y="3893090"/>
            <a:ext cx="1442720" cy="89226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6C281-7AC1-77E4-3473-F55E3A7D1BA1}"/>
              </a:ext>
            </a:extLst>
          </p:cNvPr>
          <p:cNvSpPr/>
          <p:nvPr/>
        </p:nvSpPr>
        <p:spPr>
          <a:xfrm>
            <a:off x="9184640" y="3893091"/>
            <a:ext cx="1442720" cy="8922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E29D9C-349E-7C4B-E836-041B850DC7E6}"/>
              </a:ext>
            </a:extLst>
          </p:cNvPr>
          <p:cNvSpPr/>
          <p:nvPr/>
        </p:nvSpPr>
        <p:spPr>
          <a:xfrm>
            <a:off x="396240" y="4257040"/>
            <a:ext cx="1259840" cy="2042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74FE2-357A-211C-BECB-9C37280EC3BE}"/>
              </a:ext>
            </a:extLst>
          </p:cNvPr>
          <p:cNvSpPr/>
          <p:nvPr/>
        </p:nvSpPr>
        <p:spPr>
          <a:xfrm>
            <a:off x="396240" y="4257040"/>
            <a:ext cx="1259840" cy="10772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91815B-96BD-75C1-FD3E-296F0703205F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1026160" y="4257040"/>
            <a:ext cx="0" cy="1077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29F779-439D-C7F2-9131-2BD141E898A6}"/>
              </a:ext>
            </a:extLst>
          </p:cNvPr>
          <p:cNvCxnSpPr>
            <a:cxnSpLocks/>
          </p:cNvCxnSpPr>
          <p:nvPr/>
        </p:nvCxnSpPr>
        <p:spPr>
          <a:xfrm flipV="1">
            <a:off x="955040" y="5334258"/>
            <a:ext cx="0" cy="9649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B4C45E-AD63-E561-78BE-3FAA19404A84}"/>
              </a:ext>
            </a:extLst>
          </p:cNvPr>
          <p:cNvCxnSpPr/>
          <p:nvPr/>
        </p:nvCxnSpPr>
        <p:spPr>
          <a:xfrm flipV="1">
            <a:off x="1330960" y="5334258"/>
            <a:ext cx="0" cy="96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6ED5BE2-ABB9-E3F3-ADD3-C4F9D3DA39C6}"/>
              </a:ext>
            </a:extLst>
          </p:cNvPr>
          <p:cNvSpPr txBox="1"/>
          <p:nvPr/>
        </p:nvSpPr>
        <p:spPr>
          <a:xfrm>
            <a:off x="680720" y="5659120"/>
            <a:ext cx="77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Heap</a:t>
            </a:r>
          </a:p>
        </p:txBody>
      </p:sp>
    </p:spTree>
    <p:extLst>
      <p:ext uri="{BB962C8B-B14F-4D97-AF65-F5344CB8AC3E}">
        <p14:creationId xmlns:p14="http://schemas.microsoft.com/office/powerpoint/2010/main" val="103127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305B-08EE-1C7A-8E13-ECFEB2C9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BBA9EF-EBD4-CAD0-3356-22BC011079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A4C722-5ECF-C44A-170F-A8C7C2C98CBA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Dynamic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BF0D2-1170-CFCD-AD4A-EA21DCB75779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Malloc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Calloc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Realloc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Free</a:t>
            </a:r>
          </a:p>
        </p:txBody>
      </p:sp>
    </p:spTree>
    <p:extLst>
      <p:ext uri="{BB962C8B-B14F-4D97-AF65-F5344CB8AC3E}">
        <p14:creationId xmlns:p14="http://schemas.microsoft.com/office/powerpoint/2010/main" val="351550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DFAE8-68A2-E402-346D-88624AC4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F47723-F402-A2D4-9D4A-7F7835D528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EB8043-2F6C-9B95-F993-12E463E10CC5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Files (self-study)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B186D-CB4B-EB46-9C3B-A3EBCADA415F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Create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Open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Read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Write to file</a:t>
            </a:r>
          </a:p>
        </p:txBody>
      </p:sp>
    </p:spTree>
    <p:extLst>
      <p:ext uri="{BB962C8B-B14F-4D97-AF65-F5344CB8AC3E}">
        <p14:creationId xmlns:p14="http://schemas.microsoft.com/office/powerpoint/2010/main" val="252774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6E4A-CE9F-9981-BD8F-96FC826B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337ACC-CFA0-E00A-6DB4-E5DE291C2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35C3FB-7B0C-4F6A-A674-A92F6D0D9D46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Bit-wise</a:t>
            </a:r>
          </a:p>
        </p:txBody>
      </p:sp>
      <p:pic>
        <p:nvPicPr>
          <p:cNvPr id="1026" name="Picture 2" descr="Hộp đèn">
            <a:extLst>
              <a:ext uri="{FF2B5EF4-FFF2-40B4-BE49-F238E27FC236}">
                <a16:creationId xmlns:a16="http://schemas.microsoft.com/office/drawing/2014/main" id="{246E4116-11B9-8A31-CE83-E130B76CB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894" y="2380681"/>
            <a:ext cx="5860211" cy="390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43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57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157</cp:revision>
  <dcterms:created xsi:type="dcterms:W3CDTF">2024-01-20T03:37:02Z</dcterms:created>
  <dcterms:modified xsi:type="dcterms:W3CDTF">2024-12-10T12:05:30Z</dcterms:modified>
</cp:coreProperties>
</file>