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6" r:id="rId4"/>
    <p:sldId id="258" r:id="rId5"/>
    <p:sldId id="259" r:id="rId6"/>
    <p:sldId id="260" r:id="rId7"/>
    <p:sldId id="285" r:id="rId8"/>
    <p:sldId id="262" r:id="rId9"/>
    <p:sldId id="263" r:id="rId10"/>
    <p:sldId id="277" r:id="rId11"/>
    <p:sldId id="284" r:id="rId12"/>
    <p:sldId id="28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CFA0"/>
    <a:srgbClr val="EF9C66"/>
    <a:srgbClr val="F4DEB3"/>
    <a:srgbClr val="0D4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254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22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18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621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683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31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87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2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60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52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A3AE87-C17F-4F2C-92FF-7FE21F8A66BE}" type="datetimeFigureOut">
              <a:rPr lang="en-US" smtClean="0"/>
              <a:t>11/13/2024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869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Basic Data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Pointer variable</a:t>
            </a:r>
          </a:p>
        </p:txBody>
      </p:sp>
    </p:spTree>
    <p:extLst>
      <p:ext uri="{BB962C8B-B14F-4D97-AF65-F5344CB8AC3E}">
        <p14:creationId xmlns:p14="http://schemas.microsoft.com/office/powerpoint/2010/main" val="3828850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1. 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2" y="2305050"/>
            <a:ext cx="10938693" cy="353943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Syntax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endParaRPr lang="en-US" sz="3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881EBF-197E-D1E0-2EC0-3B6562725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442" y="2815629"/>
            <a:ext cx="6246209" cy="29396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181CFF-9895-56DC-2253-CB59D5D284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636" y="3429000"/>
            <a:ext cx="3181794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22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D7708-E890-39FF-ABFB-9C69F1E0E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9F6092-9C1C-26A4-756D-A5101B40EF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17446B-D09F-EDE8-A662-E9D0BDA25501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1. 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826289-8DD5-D551-A296-8C95182EDCE4}"/>
              </a:ext>
            </a:extLst>
          </p:cNvPr>
          <p:cNvSpPr txBox="1"/>
          <p:nvPr/>
        </p:nvSpPr>
        <p:spPr>
          <a:xfrm>
            <a:off x="499932" y="2305050"/>
            <a:ext cx="9060527" cy="403187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How to get input: scanf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How to print to console: printf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61018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Basic 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2" y="2305050"/>
            <a:ext cx="10938693" cy="353943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Build-in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Basic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Modifier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User-defined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Structure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Enum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Union </a:t>
            </a:r>
          </a:p>
        </p:txBody>
      </p:sp>
    </p:spTree>
    <p:extLst>
      <p:ext uri="{BB962C8B-B14F-4D97-AF65-F5344CB8AC3E}">
        <p14:creationId xmlns:p14="http://schemas.microsoft.com/office/powerpoint/2010/main" val="378553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Basic data 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9FCB31-71BB-2152-F104-3D13E795A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439" y="2663318"/>
            <a:ext cx="7502527" cy="3495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709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Basic data type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65E751-AFF8-78FC-03D4-E42FC8A44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334" y="2425908"/>
            <a:ext cx="8326012" cy="388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719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DB481-96B5-6404-B787-C6A256496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D14AE27-82B7-DE09-7679-AA859051CBF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17AB57-0EA7-F127-CB22-2DC396F915A7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Basic 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B23E-C6DA-396A-F85F-D097F9B925A3}"/>
              </a:ext>
            </a:extLst>
          </p:cNvPr>
          <p:cNvSpPr txBox="1"/>
          <p:nvPr/>
        </p:nvSpPr>
        <p:spPr>
          <a:xfrm>
            <a:off x="499932" y="2305050"/>
            <a:ext cx="10938693" cy="255454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Exercise: input these variables and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Float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Char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Exercise: print sizeof each data-type</a:t>
            </a:r>
          </a:p>
        </p:txBody>
      </p:sp>
    </p:spTree>
    <p:extLst>
      <p:ext uri="{BB962C8B-B14F-4D97-AF65-F5344CB8AC3E}">
        <p14:creationId xmlns:p14="http://schemas.microsoft.com/office/powerpoint/2010/main" val="528091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Open point: use variable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2" y="2305050"/>
            <a:ext cx="10938693" cy="452431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Memory occupy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Meaningful: int x?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Exercise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Use void type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Opps. Has driver</a:t>
            </a:r>
          </a:p>
          <a:p>
            <a:pPr lvl="1"/>
            <a:r>
              <a:rPr lang="en-US" sz="3200"/>
              <a:t>license? (int?)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3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E32D5E-D513-7424-C2EC-7D45253A7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924" y="3437626"/>
            <a:ext cx="6325483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061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Open point: use variable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2" y="2305050"/>
            <a:ext cx="10938693" cy="3046988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Compare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int x;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int x = 1;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Why void? When use void?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090739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3. Pointer variable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2" y="2305050"/>
            <a:ext cx="10938693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What is the pointer?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Does pointer has address itself?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NULL pointer</a:t>
            </a:r>
          </a:p>
        </p:txBody>
      </p:sp>
    </p:spTree>
    <p:extLst>
      <p:ext uri="{BB962C8B-B14F-4D97-AF65-F5344CB8AC3E}">
        <p14:creationId xmlns:p14="http://schemas.microsoft.com/office/powerpoint/2010/main" val="42517161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AF91-E8B5-C9EC-C961-C7DCFAC14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0496F9B-9006-606B-EAC3-C0DA37C084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0F5AF4A-3981-DFA4-3097-E76D3175F9F7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Open point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5BFA2E-E668-6386-82E6-9B52F0D0EE9D}"/>
              </a:ext>
            </a:extLst>
          </p:cNvPr>
          <p:cNvSpPr txBox="1"/>
          <p:nvPr/>
        </p:nvSpPr>
        <p:spPr>
          <a:xfrm>
            <a:off x="499932" y="2305050"/>
            <a:ext cx="10938693" cy="1077218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What is the variable?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Why we need variable?</a:t>
            </a:r>
          </a:p>
        </p:txBody>
      </p:sp>
    </p:spTree>
    <p:extLst>
      <p:ext uri="{BB962C8B-B14F-4D97-AF65-F5344CB8AC3E}">
        <p14:creationId xmlns:p14="http://schemas.microsoft.com/office/powerpoint/2010/main" val="33632894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6. Q&amp;A</a:t>
            </a:r>
          </a:p>
        </p:txBody>
      </p:sp>
      <p:pic>
        <p:nvPicPr>
          <p:cNvPr id="4098" name="Picture 2" descr="Q And A Images – Browse 183,804 Stock Photos, Vectors, and Video | Adobe  Stock">
            <a:extLst>
              <a:ext uri="{FF2B5EF4-FFF2-40B4-BE49-F238E27FC236}">
                <a16:creationId xmlns:a16="http://schemas.microsoft.com/office/drawing/2014/main" id="{D3E842B5-2EEE-821D-4C9B-BD7789AC0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3588" y="2672032"/>
            <a:ext cx="780097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970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196</TotalTime>
  <Words>150</Words>
  <Application>Microsoft Office PowerPoint</Application>
  <PresentationFormat>Widescreen</PresentationFormat>
  <Paragraphs>54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</dc:creator>
  <cp:lastModifiedBy>Kensin Himura</cp:lastModifiedBy>
  <cp:revision>82</cp:revision>
  <dcterms:created xsi:type="dcterms:W3CDTF">2024-01-20T03:37:02Z</dcterms:created>
  <dcterms:modified xsi:type="dcterms:W3CDTF">2024-11-13T15:01:12Z</dcterms:modified>
</cp:coreProperties>
</file>