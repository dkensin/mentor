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1077218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Why need to used struct?</a:t>
            </a:r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</TotalTime>
  <Words>14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Kensin Himura</cp:lastModifiedBy>
  <cp:revision>159</cp:revision>
  <dcterms:created xsi:type="dcterms:W3CDTF">2024-01-20T03:37:02Z</dcterms:created>
  <dcterms:modified xsi:type="dcterms:W3CDTF">2025-01-31T15:41:33Z</dcterms:modified>
</cp:coreProperties>
</file>