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87" r:id="rId5"/>
    <p:sldId id="286" r:id="rId6"/>
    <p:sldId id="288" r:id="rId7"/>
    <p:sldId id="28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How to use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Why need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Why need separate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Layer concept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82113-C608-325A-2BCB-75B04D760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6EADBA-336F-3576-E2F5-7438BA78DD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A6F24C-D84A-ACB3-368A-BFFB083EDE1F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How to use library?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B0B6D1-48E9-6B5A-77F5-D6FC5C18B631}"/>
              </a:ext>
            </a:extLst>
          </p:cNvPr>
          <p:cNvSpPr txBox="1"/>
          <p:nvPr/>
        </p:nvSpPr>
        <p:spPr>
          <a:xfrm>
            <a:off x="499933" y="2305050"/>
            <a:ext cx="10387142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#include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Extern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09B765-121D-2DE3-14D3-50CFAC82082C}"/>
              </a:ext>
            </a:extLst>
          </p:cNvPr>
          <p:cNvSpPr/>
          <p:nvPr/>
        </p:nvSpPr>
        <p:spPr>
          <a:xfrm>
            <a:off x="2146041" y="3984171"/>
            <a:ext cx="1464906" cy="22393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8380B4-5422-056B-EAF4-EBE093770422}"/>
              </a:ext>
            </a:extLst>
          </p:cNvPr>
          <p:cNvSpPr/>
          <p:nvPr/>
        </p:nvSpPr>
        <p:spPr>
          <a:xfrm>
            <a:off x="4040982" y="4004379"/>
            <a:ext cx="1464906" cy="22393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Extern foo()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FD88B-C36E-6999-96C4-79AC660F4236}"/>
              </a:ext>
            </a:extLst>
          </p:cNvPr>
          <p:cNvSpPr/>
          <p:nvPr/>
        </p:nvSpPr>
        <p:spPr>
          <a:xfrm>
            <a:off x="6311155" y="3984171"/>
            <a:ext cx="1464906" cy="22393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2BC011-5D7D-E01E-2756-686B98E02663}"/>
              </a:ext>
            </a:extLst>
          </p:cNvPr>
          <p:cNvSpPr txBox="1"/>
          <p:nvPr/>
        </p:nvSpPr>
        <p:spPr>
          <a:xfrm>
            <a:off x="2528596" y="3564294"/>
            <a:ext cx="886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a.c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CE92C-615E-9682-33BD-A66223D0F4F4}"/>
              </a:ext>
            </a:extLst>
          </p:cNvPr>
          <p:cNvSpPr txBox="1"/>
          <p:nvPr/>
        </p:nvSpPr>
        <p:spPr>
          <a:xfrm>
            <a:off x="4469363" y="3638939"/>
            <a:ext cx="886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b.c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5EC1C-0343-0881-3C80-051DD57CB214}"/>
              </a:ext>
            </a:extLst>
          </p:cNvPr>
          <p:cNvSpPr txBox="1"/>
          <p:nvPr/>
        </p:nvSpPr>
        <p:spPr>
          <a:xfrm>
            <a:off x="6559243" y="3635047"/>
            <a:ext cx="95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c.c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17D5E0-3937-CAD0-B3F9-652198BC48FB}"/>
              </a:ext>
            </a:extLst>
          </p:cNvPr>
          <p:cNvCxnSpPr/>
          <p:nvPr/>
        </p:nvCxnSpPr>
        <p:spPr>
          <a:xfrm flipV="1">
            <a:off x="3125755" y="4329404"/>
            <a:ext cx="1707502" cy="8304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5E99A59-88FC-D1DB-2EA0-4C4A178E1BFE}"/>
              </a:ext>
            </a:extLst>
          </p:cNvPr>
          <p:cNvCxnSpPr/>
          <p:nvPr/>
        </p:nvCxnSpPr>
        <p:spPr>
          <a:xfrm>
            <a:off x="2758200" y="5327780"/>
            <a:ext cx="4202437" cy="12411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67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71FE1-2FE5-E95D-35A3-0FC0ADCB9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2D543E-084C-2FE1-4482-B8CD1A9051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B51D99-2063-08ED-0D38-05C1062601DB}"/>
              </a:ext>
            </a:extLst>
          </p:cNvPr>
          <p:cNvSpPr txBox="1"/>
          <p:nvPr/>
        </p:nvSpPr>
        <p:spPr>
          <a:xfrm>
            <a:off x="499932" y="1406106"/>
            <a:ext cx="6628655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Why need to use library?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4F7F1-E935-2409-8A9A-32F8F7615ADD}"/>
              </a:ext>
            </a:extLst>
          </p:cNvPr>
          <p:cNvSpPr txBox="1"/>
          <p:nvPr/>
        </p:nvSpPr>
        <p:spPr>
          <a:xfrm>
            <a:off x="499933" y="2305050"/>
            <a:ext cx="103871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Build-in: </a:t>
            </a:r>
            <a:r>
              <a:rPr lang="en-US" sz="3200" dirty="0" err="1"/>
              <a:t>stdio</a:t>
            </a:r>
            <a:r>
              <a:rPr lang="en-US" sz="3200" dirty="0"/>
              <a:t>, </a:t>
            </a:r>
            <a:r>
              <a:rPr lang="en-US" sz="3200" dirty="0" err="1"/>
              <a:t>stdint</a:t>
            </a:r>
            <a:r>
              <a:rPr lang="en-US" sz="3200" dirty="0"/>
              <a:t>, </a:t>
            </a:r>
            <a:r>
              <a:rPr lang="en-US" sz="3200" dirty="0" err="1"/>
              <a:t>limits.h</a:t>
            </a:r>
            <a:r>
              <a:rPr lang="en-US" sz="3200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User-define: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Save effort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AAFDC8-52DD-124F-32C8-939A7B91B557}"/>
              </a:ext>
            </a:extLst>
          </p:cNvPr>
          <p:cNvSpPr/>
          <p:nvPr/>
        </p:nvSpPr>
        <p:spPr>
          <a:xfrm>
            <a:off x="1362269" y="4830269"/>
            <a:ext cx="1735494" cy="1022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My_printf</a:t>
            </a:r>
            <a:r>
              <a:rPr lang="en-US" dirty="0"/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49C88-AA7C-9EF1-2711-0109A1D5A775}"/>
              </a:ext>
            </a:extLst>
          </p:cNvPr>
          <p:cNvSpPr txBox="1"/>
          <p:nvPr/>
        </p:nvSpPr>
        <p:spPr>
          <a:xfrm>
            <a:off x="3956179" y="4541446"/>
            <a:ext cx="793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753361-489B-3426-B6A7-26CE2B343CD7}"/>
              </a:ext>
            </a:extLst>
          </p:cNvPr>
          <p:cNvSpPr/>
          <p:nvPr/>
        </p:nvSpPr>
        <p:spPr>
          <a:xfrm>
            <a:off x="3791338" y="4830269"/>
            <a:ext cx="1735494" cy="1022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My_printf</a:t>
            </a:r>
            <a:r>
              <a:rPr lang="en-US" dirty="0"/>
              <a:t>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D2EBB6-1AB1-BE98-6ADE-F6B27CAF860A}"/>
              </a:ext>
            </a:extLst>
          </p:cNvPr>
          <p:cNvSpPr txBox="1"/>
          <p:nvPr/>
        </p:nvSpPr>
        <p:spPr>
          <a:xfrm>
            <a:off x="1726678" y="4510331"/>
            <a:ext cx="793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0EB349-46F7-E2CB-4A4C-9B9DB1F0DDF2}"/>
              </a:ext>
            </a:extLst>
          </p:cNvPr>
          <p:cNvSpPr txBox="1"/>
          <p:nvPr/>
        </p:nvSpPr>
        <p:spPr>
          <a:xfrm>
            <a:off x="6185680" y="4582858"/>
            <a:ext cx="793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Danh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55E096-49ED-D4F6-6745-03E1ABB21C9D}"/>
              </a:ext>
            </a:extLst>
          </p:cNvPr>
          <p:cNvSpPr/>
          <p:nvPr/>
        </p:nvSpPr>
        <p:spPr>
          <a:xfrm>
            <a:off x="6020839" y="4871681"/>
            <a:ext cx="1735494" cy="1022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My_printf</a:t>
            </a:r>
            <a:r>
              <a:rPr lang="en-US" dirty="0"/>
              <a:t>()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F9FE8E-7C8F-962D-8D68-1071226A053B}"/>
              </a:ext>
            </a:extLst>
          </p:cNvPr>
          <p:cNvCxnSpPr/>
          <p:nvPr/>
        </p:nvCxnSpPr>
        <p:spPr>
          <a:xfrm>
            <a:off x="3480318" y="4367153"/>
            <a:ext cx="0" cy="249084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6507BA-1A46-4C7A-7AE1-858C4331A051}"/>
              </a:ext>
            </a:extLst>
          </p:cNvPr>
          <p:cNvCxnSpPr/>
          <p:nvPr/>
        </p:nvCxnSpPr>
        <p:spPr>
          <a:xfrm>
            <a:off x="5831633" y="4510331"/>
            <a:ext cx="0" cy="234766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3F1AEAC-5F96-49D2-8B17-9BAABC66B9DF}"/>
              </a:ext>
            </a:extLst>
          </p:cNvPr>
          <p:cNvSpPr/>
          <p:nvPr/>
        </p:nvSpPr>
        <p:spPr>
          <a:xfrm>
            <a:off x="6270171" y="6204857"/>
            <a:ext cx="1250301" cy="40121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My_printf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9380BA-F28D-39E3-751D-51D3CD17818D}"/>
              </a:ext>
            </a:extLst>
          </p:cNvPr>
          <p:cNvCxnSpPr>
            <a:stCxn id="23" idx="0"/>
            <a:endCxn id="18" idx="2"/>
          </p:cNvCxnSpPr>
          <p:nvPr/>
        </p:nvCxnSpPr>
        <p:spPr>
          <a:xfrm flipH="1" flipV="1">
            <a:off x="6888586" y="5893990"/>
            <a:ext cx="6736" cy="310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C85518-7568-D2FB-76AF-53E0E719A2FF}"/>
              </a:ext>
            </a:extLst>
          </p:cNvPr>
          <p:cNvCxnSpPr>
            <a:stCxn id="23" idx="0"/>
            <a:endCxn id="14" idx="2"/>
          </p:cNvCxnSpPr>
          <p:nvPr/>
        </p:nvCxnSpPr>
        <p:spPr>
          <a:xfrm flipH="1" flipV="1">
            <a:off x="4659085" y="5852578"/>
            <a:ext cx="2236237" cy="3522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E49A00F-E4EB-ECBF-2D45-B67D7AE1E7F8}"/>
              </a:ext>
            </a:extLst>
          </p:cNvPr>
          <p:cNvCxnSpPr>
            <a:stCxn id="23" idx="0"/>
            <a:endCxn id="10" idx="2"/>
          </p:cNvCxnSpPr>
          <p:nvPr/>
        </p:nvCxnSpPr>
        <p:spPr>
          <a:xfrm flipH="1" flipV="1">
            <a:off x="2230016" y="5852578"/>
            <a:ext cx="4665306" cy="3522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5C51D5E-09CA-741B-93BB-08ED4B88F0BF}"/>
              </a:ext>
            </a:extLst>
          </p:cNvPr>
          <p:cNvSpPr/>
          <p:nvPr/>
        </p:nvSpPr>
        <p:spPr>
          <a:xfrm>
            <a:off x="6263435" y="5302072"/>
            <a:ext cx="1250301" cy="40121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My_printf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026E93-6EA5-3729-736E-98C730CB3EC8}"/>
              </a:ext>
            </a:extLst>
          </p:cNvPr>
          <p:cNvSpPr/>
          <p:nvPr/>
        </p:nvSpPr>
        <p:spPr>
          <a:xfrm>
            <a:off x="3956179" y="5308953"/>
            <a:ext cx="1250301" cy="40121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My_printf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8D230E-475C-A833-6D84-2FE94621C402}"/>
              </a:ext>
            </a:extLst>
          </p:cNvPr>
          <p:cNvSpPr/>
          <p:nvPr/>
        </p:nvSpPr>
        <p:spPr>
          <a:xfrm>
            <a:off x="1544218" y="5267541"/>
            <a:ext cx="1250301" cy="40121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My_printf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20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84CFB-6DAD-B617-7D24-A1907605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3AB369-0915-73C5-F974-0C63FB975285}"/>
              </a:ext>
            </a:extLst>
          </p:cNvPr>
          <p:cNvSpPr/>
          <p:nvPr/>
        </p:nvSpPr>
        <p:spPr>
          <a:xfrm>
            <a:off x="6242180" y="3543395"/>
            <a:ext cx="2435289" cy="25052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4E2EB8-996D-60A2-115E-140EDFD487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DA0F7B-23B8-0AD3-4243-5744AF16A833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Why need separate?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47CF1-E7BE-B670-5032-37F94244FC26}"/>
              </a:ext>
            </a:extLst>
          </p:cNvPr>
          <p:cNvSpPr txBox="1"/>
          <p:nvPr/>
        </p:nvSpPr>
        <p:spPr>
          <a:xfrm>
            <a:off x="499933" y="2305050"/>
            <a:ext cx="10387142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No common point -&gt; create separate library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17944D-01F2-484F-331D-310DC667F9F3}"/>
              </a:ext>
            </a:extLst>
          </p:cNvPr>
          <p:cNvSpPr/>
          <p:nvPr/>
        </p:nvSpPr>
        <p:spPr>
          <a:xfrm>
            <a:off x="6559421" y="4156185"/>
            <a:ext cx="1912775" cy="16048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1BE26D-8C1A-98F0-BB47-211203D921F1}"/>
              </a:ext>
            </a:extLst>
          </p:cNvPr>
          <p:cNvSpPr txBox="1"/>
          <p:nvPr/>
        </p:nvSpPr>
        <p:spPr>
          <a:xfrm>
            <a:off x="6718042" y="3558856"/>
            <a:ext cx="1502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Toan.h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854E3C-6E59-BEA7-F943-44F0B776D282}"/>
              </a:ext>
            </a:extLst>
          </p:cNvPr>
          <p:cNvSpPr/>
          <p:nvPr/>
        </p:nvSpPr>
        <p:spPr>
          <a:xfrm>
            <a:off x="6960637" y="4633443"/>
            <a:ext cx="1017037" cy="32517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stdio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B22640-49C1-81B6-24EA-5E013D1CFFF6}"/>
              </a:ext>
            </a:extLst>
          </p:cNvPr>
          <p:cNvSpPr/>
          <p:nvPr/>
        </p:nvSpPr>
        <p:spPr>
          <a:xfrm>
            <a:off x="3666931" y="4470856"/>
            <a:ext cx="1017037" cy="3251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stdint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084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74A1C-36F3-153C-F671-A65C23F3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C252DC-E1EC-C777-FA20-5AFB59285A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E5C719-DE70-5465-E4DF-210DD8BD2E5E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Layer concept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21266C-AE96-3BE4-A380-B73126BFFDFF}"/>
              </a:ext>
            </a:extLst>
          </p:cNvPr>
          <p:cNvSpPr/>
          <p:nvPr/>
        </p:nvSpPr>
        <p:spPr>
          <a:xfrm>
            <a:off x="989373" y="3559629"/>
            <a:ext cx="1203906" cy="7884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215E0-D398-1EFA-C253-5D54B793D34B}"/>
              </a:ext>
            </a:extLst>
          </p:cNvPr>
          <p:cNvSpPr/>
          <p:nvPr/>
        </p:nvSpPr>
        <p:spPr>
          <a:xfrm>
            <a:off x="2461546" y="3559629"/>
            <a:ext cx="1286594" cy="7884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stm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9CC400-774E-10DB-A262-9DB9D6DDCA51}"/>
              </a:ext>
            </a:extLst>
          </p:cNvPr>
          <p:cNvSpPr/>
          <p:nvPr/>
        </p:nvSpPr>
        <p:spPr>
          <a:xfrm>
            <a:off x="4159720" y="3566626"/>
            <a:ext cx="1015081" cy="77444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B9795-D60F-9FB1-F529-EACF5FF6D17C}"/>
              </a:ext>
            </a:extLst>
          </p:cNvPr>
          <p:cNvSpPr/>
          <p:nvPr/>
        </p:nvSpPr>
        <p:spPr>
          <a:xfrm>
            <a:off x="7248855" y="2710543"/>
            <a:ext cx="1567543" cy="849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56E79F-B287-3226-707E-8ADF0ACF241E}"/>
              </a:ext>
            </a:extLst>
          </p:cNvPr>
          <p:cNvSpPr/>
          <p:nvPr/>
        </p:nvSpPr>
        <p:spPr>
          <a:xfrm>
            <a:off x="7248854" y="4040154"/>
            <a:ext cx="1567543" cy="8490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stm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99BB6A-26EF-16CE-D21F-595801A84BD7}"/>
              </a:ext>
            </a:extLst>
          </p:cNvPr>
          <p:cNvSpPr/>
          <p:nvPr/>
        </p:nvSpPr>
        <p:spPr>
          <a:xfrm>
            <a:off x="7248853" y="5313783"/>
            <a:ext cx="1567543" cy="84908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6330DD-219D-7556-FC53-FCC71ACA2500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 flipH="1">
            <a:off x="8032626" y="3559629"/>
            <a:ext cx="1" cy="4805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76F6A7E-D719-AEAC-BD15-C2818232E387}"/>
              </a:ext>
            </a:extLst>
          </p:cNvPr>
          <p:cNvCxnSpPr>
            <a:stCxn id="21" idx="2"/>
            <a:endCxn id="24" idx="0"/>
          </p:cNvCxnSpPr>
          <p:nvPr/>
        </p:nvCxnSpPr>
        <p:spPr>
          <a:xfrm flipH="1">
            <a:off x="8032625" y="4889240"/>
            <a:ext cx="1" cy="4245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5A4FA7-6F1A-685D-F577-4D00B7FB6D6E}"/>
              </a:ext>
            </a:extLst>
          </p:cNvPr>
          <p:cNvCxnSpPr/>
          <p:nvPr/>
        </p:nvCxnSpPr>
        <p:spPr>
          <a:xfrm>
            <a:off x="6092890" y="4454201"/>
            <a:ext cx="45720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D328902-F93A-03AA-5687-61D3B84D17B7}"/>
              </a:ext>
            </a:extLst>
          </p:cNvPr>
          <p:cNvCxnSpPr/>
          <p:nvPr/>
        </p:nvCxnSpPr>
        <p:spPr>
          <a:xfrm>
            <a:off x="5943600" y="5701004"/>
            <a:ext cx="4945225" cy="7464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9D8D0B5-6A6B-CC71-FE89-4140E04A5915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6746033" y="3559629"/>
            <a:ext cx="1286594" cy="8572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77E04D7-17F6-C98C-B863-C6FF9AEB1B42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6820678" y="3559629"/>
            <a:ext cx="1211949" cy="21413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3809027-0E56-F396-0AF1-6033BB47EC69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2193279" y="3953848"/>
            <a:ext cx="2682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1802A5D-8BC7-CD89-DEC4-9C9AA8B438C2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3748140" y="3953847"/>
            <a:ext cx="41158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FC938CD-1F2E-8F1E-6746-54F0A4925006}"/>
              </a:ext>
            </a:extLst>
          </p:cNvPr>
          <p:cNvCxnSpPr>
            <a:cxnSpLocks/>
          </p:cNvCxnSpPr>
          <p:nvPr/>
        </p:nvCxnSpPr>
        <p:spPr>
          <a:xfrm>
            <a:off x="6854606" y="4954262"/>
            <a:ext cx="489913" cy="4630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98526B9-4F30-F390-6AF0-A6C46012F6C0}"/>
              </a:ext>
            </a:extLst>
          </p:cNvPr>
          <p:cNvCxnSpPr>
            <a:cxnSpLocks/>
          </p:cNvCxnSpPr>
          <p:nvPr/>
        </p:nvCxnSpPr>
        <p:spPr>
          <a:xfrm flipH="1">
            <a:off x="6820677" y="5087515"/>
            <a:ext cx="586133" cy="21577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747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6CD62-4F49-A930-9A90-3C2998048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4C1430-1FF8-DB0F-9C59-FA99EFF592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8F00F4-3DF8-2C36-C1FB-F5A4CF6E8BFE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Layer concept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801E3C-91A9-2018-B2CA-3D5D7DB42E53}"/>
              </a:ext>
            </a:extLst>
          </p:cNvPr>
          <p:cNvSpPr/>
          <p:nvPr/>
        </p:nvSpPr>
        <p:spPr>
          <a:xfrm>
            <a:off x="5074822" y="2439955"/>
            <a:ext cx="1567543" cy="849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7E6191-8338-7AAF-9961-A7B0E7D534E9}"/>
              </a:ext>
            </a:extLst>
          </p:cNvPr>
          <p:cNvSpPr/>
          <p:nvPr/>
        </p:nvSpPr>
        <p:spPr>
          <a:xfrm>
            <a:off x="5074820" y="3777729"/>
            <a:ext cx="1567543" cy="8490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DF8EA8-211C-B020-401D-FE98A7B6EC9B}"/>
              </a:ext>
            </a:extLst>
          </p:cNvPr>
          <p:cNvSpPr/>
          <p:nvPr/>
        </p:nvSpPr>
        <p:spPr>
          <a:xfrm>
            <a:off x="5074820" y="5043195"/>
            <a:ext cx="1567543" cy="84908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Array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D103CB1-82E3-CBFF-D48D-42E529866E67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 flipH="1">
            <a:off x="5858592" y="3289041"/>
            <a:ext cx="2" cy="4886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EB22354-FFFB-CDB9-9568-D6894FDB49FE}"/>
              </a:ext>
            </a:extLst>
          </p:cNvPr>
          <p:cNvCxnSpPr>
            <a:stCxn id="21" idx="2"/>
            <a:endCxn id="24" idx="0"/>
          </p:cNvCxnSpPr>
          <p:nvPr/>
        </p:nvCxnSpPr>
        <p:spPr>
          <a:xfrm>
            <a:off x="5858592" y="4626815"/>
            <a:ext cx="0" cy="416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2EC0C62-10AB-99C7-877D-FE125D793B80}"/>
              </a:ext>
            </a:extLst>
          </p:cNvPr>
          <p:cNvCxnSpPr/>
          <p:nvPr/>
        </p:nvCxnSpPr>
        <p:spPr>
          <a:xfrm>
            <a:off x="3918857" y="4183613"/>
            <a:ext cx="45720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D058527-48DB-D183-6519-840E9EF4B6C3}"/>
              </a:ext>
            </a:extLst>
          </p:cNvPr>
          <p:cNvCxnSpPr/>
          <p:nvPr/>
        </p:nvCxnSpPr>
        <p:spPr>
          <a:xfrm>
            <a:off x="3769567" y="5430416"/>
            <a:ext cx="4945225" cy="7464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F71DADC-1F45-A9D9-7CB5-070E79BEB6DA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4572000" y="3289041"/>
            <a:ext cx="1286594" cy="8572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B3EBA7-A949-1530-7D21-9065384F7900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4646645" y="3289041"/>
            <a:ext cx="1211949" cy="21413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F733FE9-0FA2-344D-515F-32CB8A59C6E2}"/>
              </a:ext>
            </a:extLst>
          </p:cNvPr>
          <p:cNvCxnSpPr>
            <a:cxnSpLocks/>
          </p:cNvCxnSpPr>
          <p:nvPr/>
        </p:nvCxnSpPr>
        <p:spPr>
          <a:xfrm>
            <a:off x="4680573" y="4683674"/>
            <a:ext cx="489913" cy="4630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304B763-CAC2-1468-C151-1493A3E0214C}"/>
              </a:ext>
            </a:extLst>
          </p:cNvPr>
          <p:cNvCxnSpPr>
            <a:cxnSpLocks/>
          </p:cNvCxnSpPr>
          <p:nvPr/>
        </p:nvCxnSpPr>
        <p:spPr>
          <a:xfrm flipH="1">
            <a:off x="4646644" y="4816927"/>
            <a:ext cx="586133" cy="21577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3614127-3679-13A5-39E5-466BE276EC10}"/>
              </a:ext>
            </a:extLst>
          </p:cNvPr>
          <p:cNvSpPr/>
          <p:nvPr/>
        </p:nvSpPr>
        <p:spPr>
          <a:xfrm>
            <a:off x="5074820" y="6141875"/>
            <a:ext cx="1567543" cy="53534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Array[size]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7D518C-4BD9-DEE4-9987-62AC39DF7FF4}"/>
              </a:ext>
            </a:extLst>
          </p:cNvPr>
          <p:cNvCxnSpPr>
            <a:stCxn id="21" idx="2"/>
            <a:endCxn id="24" idx="0"/>
          </p:cNvCxnSpPr>
          <p:nvPr/>
        </p:nvCxnSpPr>
        <p:spPr>
          <a:xfrm>
            <a:off x="5858592" y="4626815"/>
            <a:ext cx="0" cy="416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AC68AB-406D-03E7-4FDF-0BF84B70B8A3}"/>
              </a:ext>
            </a:extLst>
          </p:cNvPr>
          <p:cNvCxnSpPr>
            <a:stCxn id="24" idx="2"/>
            <a:endCxn id="3" idx="0"/>
          </p:cNvCxnSpPr>
          <p:nvPr/>
        </p:nvCxnSpPr>
        <p:spPr>
          <a:xfrm>
            <a:off x="5858592" y="5892281"/>
            <a:ext cx="0" cy="2495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783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</TotalTime>
  <Words>133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Admin</cp:lastModifiedBy>
  <cp:revision>170</cp:revision>
  <dcterms:created xsi:type="dcterms:W3CDTF">2024-01-20T03:37:02Z</dcterms:created>
  <dcterms:modified xsi:type="dcterms:W3CDTF">2024-11-28T14:16:01Z</dcterms:modified>
</cp:coreProperties>
</file>