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9" r:id="rId7"/>
    <p:sldId id="291" r:id="rId8"/>
    <p:sldId id="293" r:id="rId9"/>
    <p:sldId id="288" r:id="rId10"/>
    <p:sldId id="295" r:id="rId11"/>
    <p:sldId id="296" r:id="rId12"/>
    <p:sldId id="294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304698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Reminder: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Compare loop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If-else-if ladder (tax exercise)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Ternary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Pointer basic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1C84-5F5A-AD7F-194D-BD606C5B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B0CB6D-F44D-7168-9AD1-560D49BFA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259D18-12CC-03FD-E8F1-BC120989734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AFE48-E52C-0B30-68DA-326CAEB70310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the pointer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Ex: print pointer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Pointer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Pointer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Ex: given an address. Use pointer to access (read/write)</a:t>
            </a:r>
          </a:p>
        </p:txBody>
      </p:sp>
    </p:spTree>
    <p:extLst>
      <p:ext uri="{BB962C8B-B14F-4D97-AF65-F5344CB8AC3E}">
        <p14:creationId xmlns:p14="http://schemas.microsoft.com/office/powerpoint/2010/main" val="175728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8776-99BD-B4ED-AE2F-7E28F0F2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D40396-2D0C-85BF-CF42-0CEB616EAF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A73837-ADBB-A834-53ED-8BA8632015B0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Pointer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49339-A3B5-DF9F-EDEA-4474DBB031E1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Pointer increment/decrement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Pointer exercise to read array[8]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NULL pointer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10960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76C27-44EA-C44A-32A0-A59915274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E2A1C5-A3DA-535B-2D87-1A586837E6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2B558E-4EE9-6A7E-53DB-9C5101499EA0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stdio, stdint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0F63A-DB11-4443-1F5A-2697B287AC70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Stdin, stdout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Stdint: why important (different architecture)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33265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14D1-667C-4B80-5665-D4646901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BABBE2-4115-F306-E2D3-8BA88DE84F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E3B762-D111-A667-AC2D-E7242569F391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6A795-5463-3D48-9E7A-CAE6513CB47B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 declaration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Pass by value vs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 pointer</a:t>
            </a:r>
          </a:p>
        </p:txBody>
      </p:sp>
    </p:spTree>
    <p:extLst>
      <p:ext uri="{BB962C8B-B14F-4D97-AF65-F5344CB8AC3E}">
        <p14:creationId xmlns:p14="http://schemas.microsoft.com/office/powerpoint/2010/main" val="176365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46450-3773-D7A2-225A-9DF6695F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DFFD5C-6BF5-5E61-47B5-506B8D5443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D3349E-EFB1-260A-8BAA-910FF59E3AAC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Function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B6F19329-69AB-F4B3-DDC4-DE25E08E8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412" y="2458527"/>
            <a:ext cx="6390460" cy="382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02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C6CFF-C202-B2F5-0650-FC8B3A7D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BF222F-9178-80FD-1390-062738E9D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77E735-5158-A6B3-5B02-1AB2CA94C84A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Function</a:t>
            </a: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A9C10990-BFB1-626F-42B2-9D7A69584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441" y="2439581"/>
            <a:ext cx="7575118" cy="418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87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F9712-AA65-704C-E180-41B7FA03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3CC2EF-D613-2B87-A06D-E194F3F234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909F95-F7E0-A8EE-2610-AE3B303F9F49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Function</a:t>
            </a:r>
          </a:p>
        </p:txBody>
      </p:sp>
      <p:pic>
        <p:nvPicPr>
          <p:cNvPr id="4098" name="Picture 2" descr="Lightbox">
            <a:extLst>
              <a:ext uri="{FF2B5EF4-FFF2-40B4-BE49-F238E27FC236}">
                <a16:creationId xmlns:a16="http://schemas.microsoft.com/office/drawing/2014/main" id="{6EF1B5C1-E26A-2D0D-4FB5-55535B476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236840"/>
            <a:ext cx="7234989" cy="428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483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CF079-1584-17E7-8CDF-B3A03E62A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0D1E9C-3CE7-4840-40B8-8A14AD6C59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6943F2-075B-3F6F-3F0E-E6F8211F3CD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38DAF-81AE-0415-3047-6CCD04C88207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Build-in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User-defined function</a:t>
            </a:r>
          </a:p>
        </p:txBody>
      </p:sp>
    </p:spTree>
    <p:extLst>
      <p:ext uri="{BB962C8B-B14F-4D97-AF65-F5344CB8AC3E}">
        <p14:creationId xmlns:p14="http://schemas.microsoft.com/office/powerpoint/2010/main" val="3986104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8082-68A4-6FC1-0853-6B66F97E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FB4AE0-6FC3-CF57-66C9-75FAF7FD41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0E906-B235-35F6-2196-42D75AD415E3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2C59C-9695-15AC-5EDF-EAFAB3291E07}"/>
              </a:ext>
            </a:extLst>
          </p:cNvPr>
          <p:cNvSpPr txBox="1"/>
          <p:nvPr/>
        </p:nvSpPr>
        <p:spPr>
          <a:xfrm>
            <a:off x="499933" y="2351782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Pass by reference.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Pass by value. Purpose</a:t>
            </a:r>
          </a:p>
        </p:txBody>
      </p:sp>
    </p:spTree>
    <p:extLst>
      <p:ext uri="{BB962C8B-B14F-4D97-AF65-F5344CB8AC3E}">
        <p14:creationId xmlns:p14="http://schemas.microsoft.com/office/powerpoint/2010/main" val="395944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8BB6-8E80-D4CE-DA77-2EE36BD0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79DA17-4457-2ADA-5D42-107F260033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E67EE6-4C8E-6B5A-E46E-C35307DABCF5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51C9C-0417-4408-774D-6D28D61F4E3A}"/>
              </a:ext>
            </a:extLst>
          </p:cNvPr>
          <p:cNvSpPr txBox="1"/>
          <p:nvPr/>
        </p:nvSpPr>
        <p:spPr>
          <a:xfrm>
            <a:off x="499933" y="2351782"/>
            <a:ext cx="10387142" cy="304698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 like-macro (medium)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 keyword (advance)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Static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Inline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Extern</a:t>
            </a:r>
          </a:p>
          <a:p>
            <a:pPr lvl="1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541666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200BB-BF6A-E59C-F652-BF8045EA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FE1642-6970-AB80-CF2F-E2EA42922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2C4C78-8AA5-FDDB-17C4-644248F3309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Open point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20F52-743E-DC7B-7D8B-1202E6DBD5A5}"/>
              </a:ext>
            </a:extLst>
          </p:cNvPr>
          <p:cNvSpPr txBox="1"/>
          <p:nvPr/>
        </p:nvSpPr>
        <p:spPr>
          <a:xfrm>
            <a:off x="499933" y="2305050"/>
            <a:ext cx="10387142" cy="107721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#define SIZE 10 or array[10]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Const keyword, when used?</a:t>
            </a:r>
          </a:p>
        </p:txBody>
      </p:sp>
    </p:spTree>
    <p:extLst>
      <p:ext uri="{BB962C8B-B14F-4D97-AF65-F5344CB8AC3E}">
        <p14:creationId xmlns:p14="http://schemas.microsoft.com/office/powerpoint/2010/main" val="374063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165</Words>
  <Application>Microsoft Office PowerPoint</Application>
  <PresentationFormat>Widescreen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110</cp:revision>
  <dcterms:created xsi:type="dcterms:W3CDTF">2024-01-20T03:37:02Z</dcterms:created>
  <dcterms:modified xsi:type="dcterms:W3CDTF">2024-11-13T15:03:36Z</dcterms:modified>
</cp:coreProperties>
</file>