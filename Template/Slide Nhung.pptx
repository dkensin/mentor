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-17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6B85B7-0A65-9D26-B213-86ACDBF3C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C572BC2-A599-60C6-2E7F-D3356829B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2BC623E-65A6-E688-5897-6F8CA006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864463-5033-4B0D-8488-C0FF5155FEBB}" type="datetimeFigureOut">
              <a:rPr lang="en-SG" smtClean="0"/>
              <a:t>19/6/2023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756A2AA-6FF4-0230-678F-A4C7BCAE0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079616C-4FB3-6789-6655-A6F46F49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D2688B-E2C4-4E9B-8794-1520EA645B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5312133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D07D69-8C6D-2FC4-A3B6-395CD479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79B69E-2D8E-087F-FDEB-1E9835432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3A21865-8440-7C9E-5A8B-D5CEF828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864463-5033-4B0D-8488-C0FF5155FEBB}" type="datetimeFigureOut">
              <a:rPr lang="en-SG" smtClean="0"/>
              <a:t>19/6/2023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99CC2E-24DA-C4C1-EFF8-E2C34F3DE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CD5B1CE-3A2A-97E4-45B1-4E908A33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D2688B-E2C4-4E9B-8794-1520EA645B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1812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EFA041-67E5-E7F7-3C0E-4567136E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C282079-1F21-3BB4-D03F-EFDA424FC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A07EED1-181E-A874-6F8D-A0B248387D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864463-5033-4B0D-8488-C0FF5155FEBB}" type="datetimeFigureOut">
              <a:rPr lang="en-SG" smtClean="0"/>
              <a:t>19/6/2023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9F17C9A-3874-F13D-4CB0-7DFCE009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8A61CEE-67E8-60F3-7AAF-00712D5F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D2688B-E2C4-4E9B-8794-1520EA645B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8066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BBC643-9BC7-50B8-EC5C-A8F76765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E5EB276-F39C-FE6C-5F21-8724DBBD8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6093985-FA6E-90B5-A222-2DD9EF58C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7860BA0-971F-B5F9-D095-17A1686C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864463-5033-4B0D-8488-C0FF5155FEBB}" type="datetimeFigureOut">
              <a:rPr lang="en-SG" smtClean="0"/>
              <a:t>19/6/2023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7F58869-2997-DA27-C311-BD711336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8E699DE-EB69-687F-66F1-F6C77CA6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D2688B-E2C4-4E9B-8794-1520EA645B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896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49F84E-CCB5-8B06-6146-D375103F3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3767128-0834-3410-12B7-33860F2BA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CDD35A1-C860-928E-B0D9-ACAC2F7F0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09DF9027-1087-3570-7432-08093B619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B25F945-FBEF-E3F4-DA2A-3154D5CDE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A1D20D4-E39D-7705-EDD9-395BB0BB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864463-5033-4B0D-8488-C0FF5155FEBB}" type="datetimeFigureOut">
              <a:rPr lang="en-SG" smtClean="0"/>
              <a:t>19/6/2023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C76E73B-BBA8-35B4-3E13-1503A663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58FFBC0-F67A-6AA0-9EDD-CCF107DB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D2688B-E2C4-4E9B-8794-1520EA645B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1091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AD400D-FC16-A2F2-08E6-9583ADE9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BB75966-8578-F61F-07C2-7C67E78E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864463-5033-4B0D-8488-C0FF5155FEBB}" type="datetimeFigureOut">
              <a:rPr lang="en-SG" smtClean="0"/>
              <a:t>19/6/2023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7E41A7D-3CD8-1B97-E008-42FAB3B55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16444F3-7614-BC19-0958-78290249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D2688B-E2C4-4E9B-8794-1520EA645B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7029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3D859876-DC81-BA5E-825B-1E232F7F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864463-5033-4B0D-8488-C0FF5155FEBB}" type="datetimeFigureOut">
              <a:rPr lang="en-SG" smtClean="0"/>
              <a:t>19/6/2023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3D25CD6-122D-2E48-5050-5EF6B4E58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C4BBF6D-C377-90E9-AAF6-FF8C8B82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D2688B-E2C4-4E9B-8794-1520EA645B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675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AA08F9-247E-C6D8-59EE-6E2727EF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D27A0A-52BF-265E-F762-F57346650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CFB0D1F-2014-F32B-BC7D-37877BB5D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A76E6F8-A408-FD2C-0367-45676DA6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864463-5033-4B0D-8488-C0FF5155FEBB}" type="datetimeFigureOut">
              <a:rPr lang="en-SG" smtClean="0"/>
              <a:t>19/6/2023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9CC92C2-5B60-709D-39A0-C801C584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781F9F8-C53C-97E6-430B-E0720D19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D2688B-E2C4-4E9B-8794-1520EA645B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8348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1C2C5AE-CC14-131B-3B24-ED9BE7D53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4784FBD-5624-2FC1-361B-B2EE8CDC7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91D5730-F126-F9C8-C401-C7BA3FBDE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539F0E1-32DC-8293-4C4D-65234522F3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864463-5033-4B0D-8488-C0FF5155FEBB}" type="datetimeFigureOut">
              <a:rPr lang="en-SG" smtClean="0"/>
              <a:t>19/6/2023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6721C97-BB4C-5D46-A036-D1B70FA7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227F561-C1CA-E456-1EE3-69C8AD5B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D2688B-E2C4-4E9B-8794-1520EA645B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946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5B40C6-FDB8-76EA-A204-C3C7EFC6C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104F7DA-E7E6-014E-5709-0FCAB0A62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30214D7-2EB4-F839-FA57-4260F7BA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864463-5033-4B0D-8488-C0FF5155FEBB}" type="datetimeFigureOut">
              <a:rPr lang="en-SG" smtClean="0"/>
              <a:t>19/6/2023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517457-758F-4360-CB87-891B80DA6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13F823C-B83B-58DD-2735-8FD5C6FB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D2688B-E2C4-4E9B-8794-1520EA645B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969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BA1F64A0-0AF4-41BF-CCAE-3D4A4650A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5036B30-6495-AF93-3758-0E6BB8EAA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E99C115-121F-3DE0-CFAE-0B0AF660E2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864463-5033-4B0D-8488-C0FF5155FEBB}" type="datetimeFigureOut">
              <a:rPr lang="en-SG" smtClean="0"/>
              <a:t>19/6/2023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FCC1058-A921-0BB8-4D52-978E08A0A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29912FB-AAC0-756C-2D9E-ABF938CC8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D2688B-E2C4-4E9B-8794-1520EA645BF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475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148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8DF8865-110C-B490-2C8F-CE80511E23CF}"/>
              </a:ext>
            </a:extLst>
          </p:cNvPr>
          <p:cNvSpPr txBox="1"/>
          <p:nvPr/>
        </p:nvSpPr>
        <p:spPr>
          <a:xfrm>
            <a:off x="284491" y="5230924"/>
            <a:ext cx="5044962" cy="1200329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SG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SG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SG" sz="2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Thái Sơn</a:t>
            </a:r>
            <a:endParaRPr lang="en-SG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SG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SG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Lê </a:t>
            </a:r>
            <a:r>
              <a:rPr lang="en-SG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SG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Hoàng</a:t>
            </a:r>
            <a:endParaRPr lang="en-SG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SG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SG" sz="2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AD1020E</a:t>
            </a:r>
            <a:endParaRPr lang="en-SG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2" descr="HỆ THỐNG KHÓA CỬA THÔNG MINH - VINTELIGROU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179" y="2"/>
            <a:ext cx="12192000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phic 8">
            <a:extLst>
              <a:ext uri="{FF2B5EF4-FFF2-40B4-BE49-F238E27FC236}">
                <a16:creationId xmlns="" xmlns:a16="http://schemas.microsoft.com/office/drawing/2014/main" id="{0C7C21E5-49FF-AF3E-53EE-B32AE509B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70" y="200051"/>
            <a:ext cx="1773324" cy="8877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86D456C-FD3A-A1E8-56D3-DB5331BD2651}"/>
              </a:ext>
            </a:extLst>
          </p:cNvPr>
          <p:cNvSpPr txBox="1"/>
          <p:nvPr/>
        </p:nvSpPr>
        <p:spPr>
          <a:xfrm>
            <a:off x="0" y="1980788"/>
            <a:ext cx="6921061" cy="132343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40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KHÓA CỬA THÔNG MINH</a:t>
            </a:r>
            <a:endParaRPr lang="en-SG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8DF8865-110C-B490-2C8F-CE80511E23CF}"/>
              </a:ext>
            </a:extLst>
          </p:cNvPr>
          <p:cNvSpPr txBox="1"/>
          <p:nvPr/>
        </p:nvSpPr>
        <p:spPr>
          <a:xfrm>
            <a:off x="-55179" y="5405420"/>
            <a:ext cx="5155324" cy="120032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SG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SG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SG" sz="24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Vũ Minh Ngọc</a:t>
            </a:r>
            <a:endParaRPr lang="en-SG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SG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SG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Lê </a:t>
            </a:r>
            <a:r>
              <a:rPr lang="en-SG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SG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Hoàng</a:t>
            </a:r>
            <a:endParaRPr lang="en-SG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SG" sz="2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SG" sz="24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EP1020E</a:t>
            </a:r>
            <a:endParaRPr lang="en-SG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24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6338C21-1F26-2784-A8C7-18726BDABC2B}"/>
              </a:ext>
            </a:extLst>
          </p:cNvPr>
          <p:cNvSpPr txBox="1"/>
          <p:nvPr/>
        </p:nvSpPr>
        <p:spPr>
          <a:xfrm>
            <a:off x="461914" y="989814"/>
            <a:ext cx="3629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810C83C-7AEE-857D-23E7-61603B35DABD}"/>
              </a:ext>
            </a:extLst>
          </p:cNvPr>
          <p:cNvSpPr txBox="1"/>
          <p:nvPr/>
        </p:nvSpPr>
        <p:spPr>
          <a:xfrm>
            <a:off x="461914" y="2121031"/>
            <a:ext cx="77111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(CSDL, UI,...)</a:t>
            </a:r>
          </a:p>
          <a:p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Demo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S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047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>
            <a:extLst>
              <a:ext uri="{FF2B5EF4-FFF2-40B4-BE49-F238E27FC236}">
                <a16:creationId xmlns:a16="http://schemas.microsoft.com/office/drawing/2014/main" xmlns="" id="{046B944E-1E77-245F-F48B-885139E91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769579" y="1825625"/>
            <a:ext cx="46528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4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81</Words>
  <Application>Microsoft Office PowerPoint</Application>
  <PresentationFormat>Custom</PresentationFormat>
  <Paragraphs>13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Nguyễn Đức</dc:creator>
  <cp:lastModifiedBy>Gau</cp:lastModifiedBy>
  <cp:revision>11</cp:revision>
  <dcterms:created xsi:type="dcterms:W3CDTF">2023-04-13T02:38:25Z</dcterms:created>
  <dcterms:modified xsi:type="dcterms:W3CDTF">2023-06-19T09:56:12Z</dcterms:modified>
</cp:coreProperties>
</file>